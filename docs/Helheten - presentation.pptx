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 id="2147483676" r:id="rId5"/>
    <p:sldMasterId id="2147483695" r:id="rId6"/>
    <p:sldMasterId id="2147483708" r:id="rId7"/>
    <p:sldMasterId id="2147483777" r:id="rId8"/>
    <p:sldMasterId id="2147483799" r:id="rId9"/>
  </p:sldMasterIdLst>
  <p:sldIdLst>
    <p:sldId id="256" r:id="rId14"/>
    <p:sldId id="257" r:id="rId12"/>
    <p:sldId id="258" r:id="rId11"/>
    <p:sldId id="259" r:id="rId10"/>
    <p:sldId id="260" r:id="rId20"/>
    <p:sldId id="261" r:id="rId21"/>
    <p:sldId id="262" r:id="rId22"/>
    <p:sldId id="263" r:id="rId23"/>
    <p:sldId id="264" r:id="rId24"/>
    <p:sldId id="265" r:id="rId25"/>
    <p:sldId id="266" r:id="rId26"/>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8F80B3-010A-DA40-BD9D-A903F6E08DAA}" v="96" dt="2025-10-07T11:24:10.711"/>
    <p1510:client id="{8EDE1C8C-A0C9-540B-7F31-BF36A659C31B}" v="3" dt="2025-10-07T12:41:43.1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558"/>
  </p:normalViewPr>
  <p:slideViewPr>
    <p:cSldViewPr snapToGrid="0">
      <p:cViewPr varScale="1">
        <p:scale>
          <a:sx n="138" d="100"/>
          <a:sy n="138" d="100"/>
        </p:scale>
        <p:origin x="2448"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5/10/relationships/revisionInfo" Target="revisionInfo.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Tänk dig en patient, Astrid, som ska opereras för grå starr. Hennes uppgifter skrivs in i journalen på sjukhuset. Idag måste en person sedan översätta de uppgifterna för hand, varje gång, för varje mottagare som vill ha dem — det tar månader. Vår vision är en maskin som gör översättningen, med en ordbok vid sin sida, medan en människa godkänner. Astrids data stannar på sjukhuset; bara svaret skickas ut. Och samma maskin kan skicka till flera mottagare samtidigt: Socialstyrelsen, kvalitetsregistren och europeisk forskning. Pocken bevisade att en bit av det här fungerar. Nu bygger vi resten, steg för steg.</a:t>
            </a:r>
          </a:p>
          <a:p/>
          <a:p>
            <a:r>
              <a:t>Du säger: Förra presentationen handlade om vad vi redan bevisat. Den här handlar om vart vi är på väg — hela maskinen, när den är färdig. Jag tar er igenom den med en patient som heter Astrid.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Idag gör vi det här mest för hand. En person beskriver vad mottagaren behöver i ett Word-dokument. Sedan får en utvecklare skriva koden för hand utifrån dokumentet. Det tar månader, för varje register, om och om igen. Det är det vi vill ändra på.</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 enkla idéer. Ett: en maskin gör översättningen i stället för en människa. Två: maskinen har en ordbok bredvid sig som vet vad varje kod heter. Tre: precis som i pocken stannar datan hemma hos regionen — bara svaret skickas ut. Resten av presentationen visar hur de tre hänger ihop.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Astrids uppgifter kan se helt olika ut beroende på vilket journalsystem sjukhuset har. Cosmic, Millennium och TakeCare säger samma sak på olika sätt. Det första maskinen gör är att lägga allt i en gemensam form, så att 'grå starr' betyder grå starr oavsett varifrån det kom.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Här är ett exempel ur verkligheten. Det fanns tre nästan identiska officiella nummer för samma sorts kod. Tre! Någon fick sitta och lista ut vilket som var det rätta. Med en gemensam ordbok löser vi det en gång, och alla regioner får samma svar. Ingen behöver gissa igen.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När Astrids uppgifter väl är i den gemensamma formen kan maskinen skicka dem till många mottagare samtidigt — Socialstyrelsen, kvalitetsregistren, forskningen. Tänk på det som eluttag i olika länder: strömmen är densamma, du byter bara kontakten. En ny mottagare betyder bara en ny kontakt, inte en ny maskin.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 låter inte maskinen bestämma själv. Tänk lärling och mästare. Maskinen föreslår en översättning, experten godkänner eller rättar. Och varje rättning gör maskinen lite bättre, så att nästa register går snabbare. De fem felen vi hittade i pocken är de första lärdomarna.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Längst ut sitter forskaren. Hen vill kanske räkna hur många starroperationer som gjorts per region. För det har vi ett särskilt analyslager där varje uppgift finns på exakt ett ställe — som en välstädad hylla. Då blir det enkelt att ställa frågor och få pålitliga svar.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sista viktig poäng. Vi tvingar ingen region att byta system. I pocken körde Västra Götaland på sin teknik; en annan region kan köra något helt annat. Det vi enas om är ett kontrakt för vad som ska levereras — inte vilken leverantör man måste välja. Det är där styrkan ligger.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Så var står vi? Pocken bevisade att metoden håller. Vi har redan ett första verktyg som kan läsa in scheman, föreslå översättningar och kontrollera dem. Härifrån bygger vi vidare, steg för steg, tills hela maskinen står där. Astrids resa, från journalen ut till alla som behöver hennes uppgifter — utan att hennes data någonsin lämnar sjukhuset i onödan.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3.emf"/><Relationship Id="rId4" Type="http://schemas.openxmlformats.org/officeDocument/2006/relationships/image" Target="../media/image4.emf"/><Relationship Id="rId5"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6.emf"/><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ubrikbild beige med mönster">
    <p:bg>
      <p:bgPr>
        <a:solidFill>
          <a:srgbClr val="F7F2EB"/>
        </a:solidFill>
        <a:effectLst/>
      </p:bgPr>
    </p:bg>
    <p:spTree>
      <p:nvGrpSpPr>
        <p:cNvPr id="1" name=""/>
        <p:cNvGrpSpPr/>
        <p:nvPr/>
      </p:nvGrpSpPr>
      <p:grpSpPr>
        <a:xfrm>
          <a:off x="0" y="0"/>
          <a:ext cx="0" cy="0"/>
          <a:chOff x="0" y="0"/>
          <a:chExt cx="0" cy="0"/>
        </a:xfrm>
      </p:grpSpPr>
      <p:pic>
        <p:nvPicPr>
          <p:cNvPr id="8" name="Bildobjekt 7">
            <a:extLst>
              <a:ext uri="{FF2B5EF4-FFF2-40B4-BE49-F238E27FC236}">
                <a16:creationId xmlns:a16="http://schemas.microsoft.com/office/drawing/2014/main" id="{2ADD9178-0AE6-B367-80FD-AF086271DD77}"/>
              </a:ext>
            </a:extLst>
          </p:cNvPr>
          <p:cNvPicPr>
            <a:picLocks noChangeAspect="1"/>
          </p:cNvPicPr>
          <p:nvPr/>
        </p:nvPicPr>
        <p:blipFill>
          <a:blip r:embed="rId2"/>
          <a:stretch>
            <a:fillRect/>
          </a:stretch>
        </p:blipFill>
        <p:spPr>
          <a:xfrm>
            <a:off x="10273" y="1"/>
            <a:ext cx="12192001" cy="6858000"/>
          </a:xfrm>
          <a:prstGeom prst="rect">
            <a:avLst/>
          </a:prstGeom>
        </p:spPr>
      </p:pic>
      <p:pic>
        <p:nvPicPr>
          <p:cNvPr id="9" name="Bildobjekt 8">
            <a:extLst>
              <a:ext uri="{FF2B5EF4-FFF2-40B4-BE49-F238E27FC236}">
                <a16:creationId xmlns:a16="http://schemas.microsoft.com/office/drawing/2014/main" id="{6468DE70-4FE4-29AD-F726-FA43473E2834}"/>
              </a:ext>
            </a:extLst>
          </p:cNvPr>
          <p:cNvPicPr>
            <a:picLocks noChangeAspect="1"/>
          </p:cNvPicPr>
          <p:nvPr/>
        </p:nvPicPr>
        <p:blipFill>
          <a:blip r:embed="rId3"/>
          <a:stretch>
            <a:fillRect/>
          </a:stretch>
        </p:blipFill>
        <p:spPr>
          <a:xfrm>
            <a:off x="7428723" y="2249374"/>
            <a:ext cx="4763277" cy="4608626"/>
          </a:xfrm>
          <a:prstGeom prst="rect">
            <a:avLst/>
          </a:prstGeom>
        </p:spPr>
      </p:pic>
      <p:pic>
        <p:nvPicPr>
          <p:cNvPr id="10" name="Bildobjekt 9">
            <a:extLst>
              <a:ext uri="{FF2B5EF4-FFF2-40B4-BE49-F238E27FC236}">
                <a16:creationId xmlns:a16="http://schemas.microsoft.com/office/drawing/2014/main" id="{8CCAE071-8902-1D7B-1CB2-6FE299289266}"/>
              </a:ext>
            </a:extLst>
          </p:cNvPr>
          <p:cNvPicPr>
            <a:picLocks noChangeAspect="1"/>
          </p:cNvPicPr>
          <p:nvPr/>
        </p:nvPicPr>
        <p:blipFill>
          <a:blip r:embed="rId4"/>
          <a:stretch>
            <a:fillRect/>
          </a:stretch>
        </p:blipFill>
        <p:spPr>
          <a:xfrm>
            <a:off x="0" y="0"/>
            <a:ext cx="11579773" cy="6929120"/>
          </a:xfrm>
          <a:prstGeom prst="rect">
            <a:avLst/>
          </a:prstGeom>
        </p:spPr>
      </p:pic>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p>
            <a:fld id="{8E7D24E2-704C-4D37-BA3F-3A87B7C16133}" type="datetimeFigureOut">
              <a:rPr lang="sv-SE" smtClean="0"/>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p>
            <a:fld id="{D88021E2-E97B-4976-AF53-1A9B1E45C5FA}" type="slidenum">
              <a:rPr lang="sv-SE" smtClean="0"/>
              <a:t>‹#›</a:t>
            </a:fld>
            <a:endParaRPr lang="sv-SE"/>
          </a:p>
        </p:txBody>
      </p:sp>
      <p:sp>
        <p:nvSpPr>
          <p:cNvPr id="17" name="Platshållare för text 16">
            <a:extLst>
              <a:ext uri="{FF2B5EF4-FFF2-40B4-BE49-F238E27FC236}">
                <a16:creationId xmlns:a16="http://schemas.microsoft.com/office/drawing/2014/main" id="{613EB396-CF69-E5C2-D606-7996B4019CB8}"/>
              </a:ext>
            </a:extLst>
          </p:cNvPr>
          <p:cNvSpPr>
            <a:spLocks noGrp="1"/>
          </p:cNvSpPr>
          <p:nvPr>
            <p:ph type="body" sz="quarter" idx="13" hasCustomPrompt="1"/>
          </p:nvPr>
        </p:nvSpPr>
        <p:spPr>
          <a:xfrm>
            <a:off x="838200" y="4896197"/>
            <a:ext cx="7313611" cy="844204"/>
          </a:xfrm>
        </p:spPr>
        <p:txBody>
          <a:bodyPr>
            <a:noAutofit/>
          </a:bodyPr>
          <a:lstStyle>
            <a:lvl1pPr marL="0" indent="0">
              <a:buNone/>
              <a:defRPr sz="2400"/>
            </a:lvl1pPr>
            <a:lvl3pPr marL="914400" indent="0">
              <a:buNone/>
              <a:defRPr/>
            </a:lvl3pPr>
          </a:lstStyle>
          <a:p>
            <a:pPr lvl="0"/>
            <a:r>
              <a:rPr lang="sv-SE" sz="2400"/>
              <a:t>Underrubrik</a:t>
            </a:r>
          </a:p>
        </p:txBody>
      </p:sp>
      <p:sp>
        <p:nvSpPr>
          <p:cNvPr id="21" name="Platshållare för text 7">
            <a:extLst>
              <a:ext uri="{FF2B5EF4-FFF2-40B4-BE49-F238E27FC236}">
                <a16:creationId xmlns:a16="http://schemas.microsoft.com/office/drawing/2014/main" id="{57B99B3E-FF60-1449-D5E0-96D192A38010}"/>
              </a:ext>
              <a:ext uri="{C183D7F6-B498-43B3-948B-1728B52AA6E4}">
                <adec:decorative xmlns:adec="http://schemas.microsoft.com/office/drawing/2017/decorative" val="1"/>
              </a:ext>
            </a:extLst>
          </p:cNvPr>
          <p:cNvSpPr txBox="1">
            <a:spLocks/>
          </p:cNvSpPr>
          <p:nvPr/>
        </p:nvSpPr>
        <p:spPr>
          <a:xfrm>
            <a:off x="407892" y="311234"/>
            <a:ext cx="1332000" cy="551506"/>
          </a:xfrm>
          <a:prstGeom prst="rect">
            <a:avLst/>
          </a:prstGeom>
          <a:blipFill>
            <a:blip r:embed="rId5"/>
            <a:stretch>
              <a:fillRect/>
            </a:stretch>
          </a:blip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a:t> </a:t>
            </a:r>
          </a:p>
        </p:txBody>
      </p:sp>
      <p:sp>
        <p:nvSpPr>
          <p:cNvPr id="2" name="Rubrik 1">
            <a:extLst>
              <a:ext uri="{FF2B5EF4-FFF2-40B4-BE49-F238E27FC236}">
                <a16:creationId xmlns:a16="http://schemas.microsoft.com/office/drawing/2014/main" id="{76AA09FD-0A69-0D39-EE95-2FECD7D89E01}"/>
              </a:ext>
            </a:extLst>
          </p:cNvPr>
          <p:cNvSpPr>
            <a:spLocks noGrp="1"/>
          </p:cNvSpPr>
          <p:nvPr>
            <p:ph type="title"/>
          </p:nvPr>
        </p:nvSpPr>
        <p:spPr>
          <a:xfrm>
            <a:off x="839788" y="2478025"/>
            <a:ext cx="7313612" cy="2353220"/>
          </a:xfrm>
        </p:spPr>
        <p:txBody>
          <a:bodyPr/>
          <a:lstStyle>
            <a:lvl1pPr>
              <a:defRPr sz="5400"/>
            </a:lvl1pPr>
          </a:lstStyle>
          <a:p>
            <a:r>
              <a:rPr lang="sv-SE"/>
              <a:t>Klicka här för att ändra mall för rubrikformat</a:t>
            </a:r>
            <a:endParaRPr lang="sv-SE" dirty="0"/>
          </a:p>
        </p:txBody>
      </p:sp>
    </p:spTree>
    <p:extLst>
      <p:ext uri="{BB962C8B-B14F-4D97-AF65-F5344CB8AC3E}">
        <p14:creationId xmlns:p14="http://schemas.microsoft.com/office/powerpoint/2010/main" val="273931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ubrikbild blå med mönster">
    <p:bg>
      <p:bgPr>
        <a:solidFill>
          <a:srgbClr val="DFEFEB"/>
        </a:solid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267BA035-F610-C643-0B6F-171F34C021D8}"/>
              </a:ext>
            </a:extLst>
          </p:cNvPr>
          <p:cNvSpPr/>
          <p:nvPr/>
        </p:nvSpPr>
        <p:spPr>
          <a:xfrm>
            <a:off x="-14161" y="0"/>
            <a:ext cx="12196852" cy="6860663"/>
          </a:xfrm>
          <a:prstGeom prst="rect">
            <a:avLst/>
          </a:prstGeom>
          <a:solidFill>
            <a:srgbClr val="115E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9" name="Bildobjekt 8">
            <a:extLst>
              <a:ext uri="{FF2B5EF4-FFF2-40B4-BE49-F238E27FC236}">
                <a16:creationId xmlns:a16="http://schemas.microsoft.com/office/drawing/2014/main" id="{626F38BB-2CD1-32F8-A8D4-5701EA7F4786}"/>
              </a:ext>
            </a:extLst>
          </p:cNvPr>
          <p:cNvPicPr>
            <a:picLocks noChangeAspect="1"/>
          </p:cNvPicPr>
          <p:nvPr/>
        </p:nvPicPr>
        <p:blipFill>
          <a:blip r:embed="rId2"/>
          <a:stretch>
            <a:fillRect/>
          </a:stretch>
        </p:blipFill>
        <p:spPr>
          <a:xfrm>
            <a:off x="7428722" y="2249375"/>
            <a:ext cx="4763278" cy="4608626"/>
          </a:xfrm>
          <a:prstGeom prst="rect">
            <a:avLst/>
          </a:prstGeom>
        </p:spPr>
      </p:pic>
      <p:pic>
        <p:nvPicPr>
          <p:cNvPr id="10" name="Bildobjekt 9">
            <a:extLst>
              <a:ext uri="{FF2B5EF4-FFF2-40B4-BE49-F238E27FC236}">
                <a16:creationId xmlns:a16="http://schemas.microsoft.com/office/drawing/2014/main" id="{F428D2D0-ADB2-9132-D9C1-DC7878992BC3}"/>
              </a:ext>
            </a:extLst>
          </p:cNvPr>
          <p:cNvPicPr>
            <a:picLocks noChangeAspect="1"/>
          </p:cNvPicPr>
          <p:nvPr/>
        </p:nvPicPr>
        <p:blipFill>
          <a:blip r:embed="rId3"/>
          <a:stretch>
            <a:fillRect/>
          </a:stretch>
        </p:blipFill>
        <p:spPr>
          <a:xfrm>
            <a:off x="-9309" y="1"/>
            <a:ext cx="11541760" cy="6906374"/>
          </a:xfrm>
          <a:prstGeom prst="rect">
            <a:avLst/>
          </a:prstGeom>
        </p:spPr>
      </p:pic>
      <p:sp>
        <p:nvSpPr>
          <p:cNvPr id="11" name="Platshållare för text 16">
            <a:extLst>
              <a:ext uri="{FF2B5EF4-FFF2-40B4-BE49-F238E27FC236}">
                <a16:creationId xmlns:a16="http://schemas.microsoft.com/office/drawing/2014/main" id="{96095D1C-1217-3805-7147-CBC3A88CA60F}"/>
              </a:ext>
            </a:extLst>
          </p:cNvPr>
          <p:cNvSpPr>
            <a:spLocks noGrp="1"/>
          </p:cNvSpPr>
          <p:nvPr>
            <p:ph type="body" sz="quarter" idx="13" hasCustomPrompt="1"/>
          </p:nvPr>
        </p:nvSpPr>
        <p:spPr>
          <a:xfrm>
            <a:off x="828892" y="4896198"/>
            <a:ext cx="7315198" cy="844204"/>
          </a:xfrm>
        </p:spPr>
        <p:txBody>
          <a:bodyPr>
            <a:noAutofit/>
          </a:bodyPr>
          <a:lstStyle>
            <a:lvl1pPr marL="0" indent="0">
              <a:buNone/>
              <a:defRPr sz="2400">
                <a:solidFill>
                  <a:schemeClr val="accent2"/>
                </a:solidFill>
              </a:defRPr>
            </a:lvl1pPr>
            <a:lvl3pPr marL="914400" indent="0">
              <a:buNone/>
              <a:defRPr/>
            </a:lvl3pPr>
          </a:lstStyle>
          <a:p>
            <a:pPr lvl="0"/>
            <a:r>
              <a:rPr lang="sv-SE" sz="2400" dirty="0"/>
              <a:t>Underrubrik</a:t>
            </a:r>
          </a:p>
        </p:txBody>
      </p:sp>
      <p:sp>
        <p:nvSpPr>
          <p:cNvPr id="13" name="Platshållare för datum 3">
            <a:extLst>
              <a:ext uri="{FF2B5EF4-FFF2-40B4-BE49-F238E27FC236}">
                <a16:creationId xmlns:a16="http://schemas.microsoft.com/office/drawing/2014/main" id="{1DB8D066-8ED8-DB4D-B466-64BB0EEF538D}"/>
              </a:ext>
            </a:extLst>
          </p:cNvPr>
          <p:cNvSpPr>
            <a:spLocks noGrp="1"/>
          </p:cNvSpPr>
          <p:nvPr>
            <p:ph type="dt" sz="half" idx="10"/>
          </p:nvPr>
        </p:nvSpPr>
        <p:spPr>
          <a:xfrm>
            <a:off x="828891" y="6356351"/>
            <a:ext cx="2743200" cy="365125"/>
          </a:xfrm>
        </p:spPr>
        <p:txBody>
          <a:bodyPr/>
          <a:lstStyle>
            <a:lvl1pPr>
              <a:defRPr>
                <a:solidFill>
                  <a:schemeClr val="accent2"/>
                </a:solidFill>
              </a:defRPr>
            </a:lvl1pPr>
          </a:lstStyle>
          <a:p>
            <a:fld id="{8E7D24E2-704C-4D37-BA3F-3A87B7C16133}" type="datetimeFigureOut">
              <a:rPr lang="sv-SE" smtClean="0"/>
              <a:pPr/>
              <a:t>2026-06-17</a:t>
            </a:fld>
            <a:endParaRPr lang="sv-SE"/>
          </a:p>
        </p:txBody>
      </p:sp>
      <p:sp>
        <p:nvSpPr>
          <p:cNvPr id="14" name="Platshållare för sidfot 4">
            <a:extLst>
              <a:ext uri="{FF2B5EF4-FFF2-40B4-BE49-F238E27FC236}">
                <a16:creationId xmlns:a16="http://schemas.microsoft.com/office/drawing/2014/main" id="{F0D45E3F-2CDF-DA7A-38C4-961C1627F3A9}"/>
              </a:ext>
            </a:extLst>
          </p:cNvPr>
          <p:cNvSpPr>
            <a:spLocks noGrp="1"/>
          </p:cNvSpPr>
          <p:nvPr>
            <p:ph type="ftr" sz="quarter" idx="11"/>
          </p:nvPr>
        </p:nvSpPr>
        <p:spPr>
          <a:xfrm>
            <a:off x="4029291" y="6356351"/>
            <a:ext cx="4114800" cy="365125"/>
          </a:xfrm>
        </p:spPr>
        <p:txBody>
          <a:bodyPr/>
          <a:lstStyle>
            <a:lvl1pPr>
              <a:defRPr>
                <a:solidFill>
                  <a:schemeClr val="accent2"/>
                </a:solidFill>
              </a:defRPr>
            </a:lvl1pPr>
          </a:lstStyle>
          <a:p>
            <a:endParaRPr lang="sv-SE"/>
          </a:p>
        </p:txBody>
      </p:sp>
      <p:sp>
        <p:nvSpPr>
          <p:cNvPr id="15" name="Platshållare för bildnummer 5">
            <a:extLst>
              <a:ext uri="{FF2B5EF4-FFF2-40B4-BE49-F238E27FC236}">
                <a16:creationId xmlns:a16="http://schemas.microsoft.com/office/drawing/2014/main" id="{CCA670D9-41E2-3E8E-327A-276FB2206E1A}"/>
              </a:ext>
            </a:extLst>
          </p:cNvPr>
          <p:cNvSpPr>
            <a:spLocks noGrp="1"/>
          </p:cNvSpPr>
          <p:nvPr>
            <p:ph type="sldNum" sz="quarter" idx="12"/>
          </p:nvPr>
        </p:nvSpPr>
        <p:spPr>
          <a:xfrm>
            <a:off x="8601291" y="6356351"/>
            <a:ext cx="2743200" cy="365125"/>
          </a:xfrm>
        </p:spPr>
        <p:txBody>
          <a:bodyPr/>
          <a:lstStyle>
            <a:lvl1pPr>
              <a:defRPr>
                <a:solidFill>
                  <a:schemeClr val="accent2"/>
                </a:solidFill>
              </a:defRPr>
            </a:lvl1pPr>
          </a:lstStyle>
          <a:p>
            <a:fld id="{D88021E2-E97B-4976-AF53-1A9B1E45C5FA}" type="slidenum">
              <a:rPr lang="sv-SE" smtClean="0"/>
              <a:pPr/>
              <a:t>‹#›</a:t>
            </a:fld>
            <a:endParaRPr lang="sv-SE"/>
          </a:p>
        </p:txBody>
      </p:sp>
      <p:sp>
        <p:nvSpPr>
          <p:cNvPr id="20" name="Platshållare för text 7">
            <a:extLst>
              <a:ext uri="{FF2B5EF4-FFF2-40B4-BE49-F238E27FC236}">
                <a16:creationId xmlns:a16="http://schemas.microsoft.com/office/drawing/2014/main" id="{A25CE8E2-F6D0-FF53-AD39-1C85DD3F89CE}"/>
              </a:ext>
              <a:ext uri="{C183D7F6-B498-43B3-948B-1728B52AA6E4}">
                <adec:decorative xmlns:adec="http://schemas.microsoft.com/office/drawing/2017/decorative" val="1"/>
              </a:ext>
            </a:extLst>
          </p:cNvPr>
          <p:cNvSpPr txBox="1">
            <a:spLocks/>
          </p:cNvSpPr>
          <p:nvPr/>
        </p:nvSpPr>
        <p:spPr>
          <a:xfrm>
            <a:off x="407892" y="311234"/>
            <a:ext cx="1332000" cy="551506"/>
          </a:xfrm>
          <a:prstGeom prst="rect">
            <a:avLst/>
          </a:prstGeom>
          <a:blipFill>
            <a:blip r:embed="rId4"/>
            <a:stretch>
              <a:fillRect/>
            </a:stretch>
          </a:blip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a:t> </a:t>
            </a:r>
          </a:p>
        </p:txBody>
      </p:sp>
      <p:sp>
        <p:nvSpPr>
          <p:cNvPr id="2" name="Rubrik 1">
            <a:extLst>
              <a:ext uri="{FF2B5EF4-FFF2-40B4-BE49-F238E27FC236}">
                <a16:creationId xmlns:a16="http://schemas.microsoft.com/office/drawing/2014/main" id="{7382A2C7-7B8D-D87B-6957-E16E84151B1C}"/>
              </a:ext>
            </a:extLst>
          </p:cNvPr>
          <p:cNvSpPr>
            <a:spLocks noGrp="1"/>
          </p:cNvSpPr>
          <p:nvPr>
            <p:ph type="title"/>
          </p:nvPr>
        </p:nvSpPr>
        <p:spPr>
          <a:xfrm>
            <a:off x="839787" y="2478025"/>
            <a:ext cx="7304303" cy="2353220"/>
          </a:xfrm>
        </p:spPr>
        <p:txBody>
          <a:bodyPr/>
          <a:lstStyle>
            <a:lvl1pPr>
              <a:defRPr sz="5400">
                <a:solidFill>
                  <a:schemeClr val="accent2"/>
                </a:solidFill>
              </a:defRPr>
            </a:lvl1pPr>
          </a:lstStyle>
          <a:p>
            <a:r>
              <a:rPr lang="sv-SE"/>
              <a:t>Klicka här för att ändra mall för rubrikformat</a:t>
            </a:r>
            <a:endParaRPr lang="sv-SE" dirty="0"/>
          </a:p>
        </p:txBody>
      </p:sp>
    </p:spTree>
    <p:extLst>
      <p:ext uri="{BB962C8B-B14F-4D97-AF65-F5344CB8AC3E}">
        <p14:creationId xmlns:p14="http://schemas.microsoft.com/office/powerpoint/2010/main" val="1879721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ubrikbild med utfallande bild 1">
    <p:bg>
      <p:bgPr>
        <a:solidFill>
          <a:schemeClr val="accent4"/>
        </a:solidFill>
        <a:effectLst/>
      </p:bgPr>
    </p:bg>
    <p:spTree>
      <p:nvGrpSpPr>
        <p:cNvPr id="1" name=""/>
        <p:cNvGrpSpPr/>
        <p:nvPr/>
      </p:nvGrpSpPr>
      <p:grpSpPr>
        <a:xfrm>
          <a:off x="0" y="0"/>
          <a:ext cx="0" cy="0"/>
          <a:chOff x="0" y="0"/>
          <a:chExt cx="0" cy="0"/>
        </a:xfrm>
      </p:grpSpPr>
      <p:sp>
        <p:nvSpPr>
          <p:cNvPr id="6" name="Platshållare för bild 5">
            <a:extLst>
              <a:ext uri="{FF2B5EF4-FFF2-40B4-BE49-F238E27FC236}">
                <a16:creationId xmlns:a16="http://schemas.microsoft.com/office/drawing/2014/main" id="{908E459A-1DD8-D673-1B7D-5A47E4627107}"/>
              </a:ext>
            </a:extLst>
          </p:cNvPr>
          <p:cNvSpPr>
            <a:spLocks noGrp="1"/>
          </p:cNvSpPr>
          <p:nvPr>
            <p:ph type="pic" sz="quarter" idx="13" hasCustomPrompt="1"/>
          </p:nvPr>
        </p:nvSpPr>
        <p:spPr>
          <a:xfrm>
            <a:off x="0" y="0"/>
            <a:ext cx="12192000" cy="6858000"/>
          </a:xfrm>
        </p:spPr>
        <p:txBody>
          <a:bodyPr>
            <a:normAutofit/>
          </a:bodyPr>
          <a:lstStyle>
            <a:lvl1pPr marL="0" indent="0" algn="ctr">
              <a:buNone/>
              <a:defRPr sz="1800">
                <a:solidFill>
                  <a:schemeClr val="tx1"/>
                </a:solidFill>
              </a:defRPr>
            </a:lvl1pPr>
          </a:lstStyle>
          <a:p>
            <a:r>
              <a:rPr lang="sv-SE"/>
              <a:t>Klicka för att infoga bild. </a:t>
            </a:r>
          </a:p>
          <a:p>
            <a:r>
              <a:rPr lang="sv-SE"/>
              <a:t>Bilden är utfallande. </a:t>
            </a:r>
          </a:p>
          <a:p>
            <a:r>
              <a:rPr lang="sv-SE"/>
              <a:t>Se till att den fungerar med rubriken. </a:t>
            </a:r>
          </a:p>
          <a:p>
            <a:r>
              <a:rPr lang="sv-SE"/>
              <a:t>Det går bra att byta färg på texten i rubriken.</a:t>
            </a:r>
          </a:p>
        </p:txBody>
      </p:sp>
      <p:sp>
        <p:nvSpPr>
          <p:cNvPr id="2" name="Platshållare för datum 1">
            <a:extLst>
              <a:ext uri="{FF2B5EF4-FFF2-40B4-BE49-F238E27FC236}">
                <a16:creationId xmlns:a16="http://schemas.microsoft.com/office/drawing/2014/main" id="{3C9AA39D-994F-D672-1A92-949D21179B1B}"/>
              </a:ext>
              <a:ext uri="{C183D7F6-B498-43B3-948B-1728B52AA6E4}">
                <adec:decorative xmlns:adec="http://schemas.microsoft.com/office/drawing/2017/decorative" val="1"/>
              </a:ext>
            </a:extLst>
          </p:cNvPr>
          <p:cNvSpPr>
            <a:spLocks noGrp="1"/>
          </p:cNvSpPr>
          <p:nvPr>
            <p:ph type="dt" sz="half" idx="10"/>
          </p:nvPr>
        </p:nvSpPr>
        <p:spPr/>
        <p:txBody>
          <a:bodyPr/>
          <a:lstStyle/>
          <a:p>
            <a:fld id="{23E830D1-9B43-4A41-B3A1-206CB98018A1}" type="datetime1">
              <a:rPr lang="sv-SE" smtClean="0"/>
              <a:t>2026-06-17</a:t>
            </a:fld>
            <a:endParaRPr lang="sv-SE"/>
          </a:p>
        </p:txBody>
      </p:sp>
      <p:sp>
        <p:nvSpPr>
          <p:cNvPr id="3" name="Platshållare för sidfot 2">
            <a:extLst>
              <a:ext uri="{FF2B5EF4-FFF2-40B4-BE49-F238E27FC236}">
                <a16:creationId xmlns:a16="http://schemas.microsoft.com/office/drawing/2014/main" id="{99A9CFFB-D456-6463-A4BD-CE70F4CD1A12}"/>
              </a:ext>
              <a:ext uri="{C183D7F6-B498-43B3-948B-1728B52AA6E4}">
                <adec:decorative xmlns:adec="http://schemas.microsoft.com/office/drawing/2017/decorative" val="1"/>
              </a:ext>
            </a:extLst>
          </p:cNvPr>
          <p:cNvSpPr>
            <a:spLocks noGrp="1"/>
          </p:cNvSpPr>
          <p:nvPr>
            <p:ph type="ftr" sz="quarter" idx="11"/>
          </p:nvPr>
        </p:nvSpPr>
        <p:spPr/>
        <p:txBody>
          <a:bodyPr/>
          <a:lstStyle/>
          <a:p>
            <a:r>
              <a:rPr lang="sv-SE"/>
              <a:t>Sidfottext</a:t>
            </a:r>
          </a:p>
        </p:txBody>
      </p:sp>
      <p:sp>
        <p:nvSpPr>
          <p:cNvPr id="4" name="Platshållare för bildnummer 3">
            <a:extLst>
              <a:ext uri="{FF2B5EF4-FFF2-40B4-BE49-F238E27FC236}">
                <a16:creationId xmlns:a16="http://schemas.microsoft.com/office/drawing/2014/main" id="{12CEC6D5-E7B1-0BCE-0744-951A473470B5}"/>
              </a:ext>
              <a:ext uri="{C183D7F6-B498-43B3-948B-1728B52AA6E4}">
                <adec:decorative xmlns:adec="http://schemas.microsoft.com/office/drawing/2017/decorative" val="1"/>
              </a:ext>
            </a:extLst>
          </p:cNvPr>
          <p:cNvSpPr>
            <a:spLocks noGrp="1"/>
          </p:cNvSpPr>
          <p:nvPr>
            <p:ph type="sldNum" sz="quarter" idx="12"/>
          </p:nvPr>
        </p:nvSpPr>
        <p:spPr/>
        <p:txBody>
          <a:bodyPr/>
          <a:lstStyle/>
          <a:p>
            <a:fld id="{0EA8761A-F05C-4F01-AE76-2EF79F772060}" type="slidenum">
              <a:rPr lang="sv-SE" smtClean="0"/>
              <a:t>‹#›</a:t>
            </a:fld>
            <a:endParaRPr lang="sv-SE"/>
          </a:p>
        </p:txBody>
      </p:sp>
      <p:sp>
        <p:nvSpPr>
          <p:cNvPr id="5" name="Platshållare för text 7">
            <a:extLst>
              <a:ext uri="{FF2B5EF4-FFF2-40B4-BE49-F238E27FC236}">
                <a16:creationId xmlns:a16="http://schemas.microsoft.com/office/drawing/2014/main" id="{A9979B33-E4C5-CC52-41BD-8785520D94EF}"/>
              </a:ext>
              <a:ext uri="{C183D7F6-B498-43B3-948B-1728B52AA6E4}">
                <adec:decorative xmlns:adec="http://schemas.microsoft.com/office/drawing/2017/decorative" val="1"/>
              </a:ext>
            </a:extLst>
          </p:cNvPr>
          <p:cNvSpPr>
            <a:spLocks noGrp="1"/>
          </p:cNvSpPr>
          <p:nvPr>
            <p:ph type="body" sz="quarter" idx="14" hasCustomPrompt="1"/>
          </p:nvPr>
        </p:nvSpPr>
        <p:spPr>
          <a:xfrm>
            <a:off x="407892" y="311234"/>
            <a:ext cx="1332000" cy="551506"/>
          </a:xfrm>
          <a:blipFill>
            <a:blip r:embed="rId2"/>
            <a:stretch>
              <a:fillRect/>
            </a:stretch>
          </a:blipFill>
        </p:spPr>
        <p:txBody>
          <a:bodyPr/>
          <a:lstStyle>
            <a:lvl1pPr marL="0" indent="0">
              <a:buNone/>
              <a:defRPr/>
            </a:lvl1pPr>
          </a:lstStyle>
          <a:p>
            <a:pPr lvl="0"/>
            <a:r>
              <a:rPr lang="sv-SE"/>
              <a:t> </a:t>
            </a:r>
          </a:p>
        </p:txBody>
      </p:sp>
      <p:sp>
        <p:nvSpPr>
          <p:cNvPr id="10" name="Platshållare för text 16">
            <a:extLst>
              <a:ext uri="{FF2B5EF4-FFF2-40B4-BE49-F238E27FC236}">
                <a16:creationId xmlns:a16="http://schemas.microsoft.com/office/drawing/2014/main" id="{85D8FE2A-468F-5253-E8E0-91F9B6BBCF0F}"/>
              </a:ext>
            </a:extLst>
          </p:cNvPr>
          <p:cNvSpPr>
            <a:spLocks noGrp="1"/>
          </p:cNvSpPr>
          <p:nvPr>
            <p:ph type="body" sz="quarter" idx="15" hasCustomPrompt="1"/>
          </p:nvPr>
        </p:nvSpPr>
        <p:spPr>
          <a:xfrm>
            <a:off x="838201" y="4896197"/>
            <a:ext cx="10287004" cy="844204"/>
          </a:xfrm>
        </p:spPr>
        <p:txBody>
          <a:bodyPr>
            <a:noAutofit/>
          </a:bodyPr>
          <a:lstStyle>
            <a:lvl1pPr marL="0" indent="0">
              <a:buNone/>
              <a:defRPr sz="2400">
                <a:solidFill>
                  <a:schemeClr val="tx1"/>
                </a:solidFill>
              </a:defRPr>
            </a:lvl1pPr>
            <a:lvl3pPr marL="914400" indent="0">
              <a:buNone/>
              <a:defRPr/>
            </a:lvl3pPr>
          </a:lstStyle>
          <a:p>
            <a:pPr lvl="0"/>
            <a:r>
              <a:rPr lang="sv-SE" sz="2400"/>
              <a:t>Underrubrik</a:t>
            </a:r>
          </a:p>
        </p:txBody>
      </p:sp>
      <p:sp>
        <p:nvSpPr>
          <p:cNvPr id="7" name="Rubrik 6">
            <a:extLst>
              <a:ext uri="{FF2B5EF4-FFF2-40B4-BE49-F238E27FC236}">
                <a16:creationId xmlns:a16="http://schemas.microsoft.com/office/drawing/2014/main" id="{9907F5A7-7574-46E1-37CA-27F4341B4F2E}"/>
              </a:ext>
            </a:extLst>
          </p:cNvPr>
          <p:cNvSpPr>
            <a:spLocks noGrp="1"/>
          </p:cNvSpPr>
          <p:nvPr>
            <p:ph type="title"/>
          </p:nvPr>
        </p:nvSpPr>
        <p:spPr>
          <a:xfrm>
            <a:off x="839787" y="2478025"/>
            <a:ext cx="10285417" cy="2353220"/>
          </a:xfrm>
        </p:spPr>
        <p:txBody>
          <a:bodyPr/>
          <a:lstStyle/>
          <a:p>
            <a:r>
              <a:rPr lang="sv-SE"/>
              <a:t>Klicka här för att ändra mall för rubrikformat</a:t>
            </a:r>
            <a:endParaRPr lang="sv-SE" dirty="0"/>
          </a:p>
        </p:txBody>
      </p:sp>
    </p:spTree>
    <p:extLst>
      <p:ext uri="{BB962C8B-B14F-4D97-AF65-F5344CB8AC3E}">
        <p14:creationId xmlns:p14="http://schemas.microsoft.com/office/powerpoint/2010/main" val="193917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Rubrikbild med utfallande bild 2">
    <p:bg>
      <p:bgPr>
        <a:solidFill>
          <a:schemeClr val="accent4"/>
        </a:solidFill>
        <a:effectLst/>
      </p:bgPr>
    </p:bg>
    <p:spTree>
      <p:nvGrpSpPr>
        <p:cNvPr id="1" name=""/>
        <p:cNvGrpSpPr/>
        <p:nvPr/>
      </p:nvGrpSpPr>
      <p:grpSpPr>
        <a:xfrm>
          <a:off x="0" y="0"/>
          <a:ext cx="0" cy="0"/>
          <a:chOff x="0" y="0"/>
          <a:chExt cx="0" cy="0"/>
        </a:xfrm>
      </p:grpSpPr>
      <p:sp>
        <p:nvSpPr>
          <p:cNvPr id="6" name="Platshållare för bild 5">
            <a:extLst>
              <a:ext uri="{FF2B5EF4-FFF2-40B4-BE49-F238E27FC236}">
                <a16:creationId xmlns:a16="http://schemas.microsoft.com/office/drawing/2014/main" id="{908E459A-1DD8-D673-1B7D-5A47E4627107}"/>
              </a:ext>
            </a:extLst>
          </p:cNvPr>
          <p:cNvSpPr>
            <a:spLocks noGrp="1"/>
          </p:cNvSpPr>
          <p:nvPr>
            <p:ph type="pic" sz="quarter" idx="13" hasCustomPrompt="1"/>
          </p:nvPr>
        </p:nvSpPr>
        <p:spPr>
          <a:xfrm>
            <a:off x="0" y="0"/>
            <a:ext cx="12192000" cy="6858000"/>
          </a:xfrm>
        </p:spPr>
        <p:txBody>
          <a:bodyPr>
            <a:normAutofit/>
          </a:bodyPr>
          <a:lstStyle>
            <a:lvl1pPr marL="0" indent="0" algn="ctr">
              <a:buNone/>
              <a:defRPr sz="1800">
                <a:solidFill>
                  <a:schemeClr val="tx1"/>
                </a:solidFill>
              </a:defRPr>
            </a:lvl1pPr>
          </a:lstStyle>
          <a:p>
            <a:r>
              <a:rPr lang="sv-SE"/>
              <a:t>Klicka för att infoga bild. </a:t>
            </a:r>
          </a:p>
          <a:p>
            <a:r>
              <a:rPr lang="sv-SE"/>
              <a:t>Bilden är utfallande. </a:t>
            </a:r>
          </a:p>
          <a:p>
            <a:r>
              <a:rPr lang="sv-SE"/>
              <a:t>Se till att den fungerar med rubriken. </a:t>
            </a:r>
          </a:p>
          <a:p>
            <a:r>
              <a:rPr lang="sv-SE"/>
              <a:t>Det går bra att byta färg på texten i rubriken.</a:t>
            </a:r>
          </a:p>
        </p:txBody>
      </p:sp>
      <p:sp>
        <p:nvSpPr>
          <p:cNvPr id="2" name="Platshållare för datum 1">
            <a:extLst>
              <a:ext uri="{FF2B5EF4-FFF2-40B4-BE49-F238E27FC236}">
                <a16:creationId xmlns:a16="http://schemas.microsoft.com/office/drawing/2014/main" id="{3C9AA39D-994F-D672-1A92-949D21179B1B}"/>
              </a:ext>
              <a:ext uri="{C183D7F6-B498-43B3-948B-1728B52AA6E4}">
                <adec:decorative xmlns:adec="http://schemas.microsoft.com/office/drawing/2017/decorative" val="1"/>
              </a:ext>
            </a:extLst>
          </p:cNvPr>
          <p:cNvSpPr>
            <a:spLocks noGrp="1"/>
          </p:cNvSpPr>
          <p:nvPr>
            <p:ph type="dt" sz="half" idx="10"/>
          </p:nvPr>
        </p:nvSpPr>
        <p:spPr/>
        <p:txBody>
          <a:bodyPr/>
          <a:lstStyle/>
          <a:p>
            <a:fld id="{23E830D1-9B43-4A41-B3A1-206CB98018A1}" type="datetime1">
              <a:rPr lang="sv-SE" smtClean="0"/>
              <a:t>2026-06-17</a:t>
            </a:fld>
            <a:endParaRPr lang="sv-SE"/>
          </a:p>
        </p:txBody>
      </p:sp>
      <p:sp>
        <p:nvSpPr>
          <p:cNvPr id="3" name="Platshållare för sidfot 2">
            <a:extLst>
              <a:ext uri="{FF2B5EF4-FFF2-40B4-BE49-F238E27FC236}">
                <a16:creationId xmlns:a16="http://schemas.microsoft.com/office/drawing/2014/main" id="{99A9CFFB-D456-6463-A4BD-CE70F4CD1A12}"/>
              </a:ext>
              <a:ext uri="{C183D7F6-B498-43B3-948B-1728B52AA6E4}">
                <adec:decorative xmlns:adec="http://schemas.microsoft.com/office/drawing/2017/decorative" val="1"/>
              </a:ext>
            </a:extLst>
          </p:cNvPr>
          <p:cNvSpPr>
            <a:spLocks noGrp="1"/>
          </p:cNvSpPr>
          <p:nvPr>
            <p:ph type="ftr" sz="quarter" idx="11"/>
          </p:nvPr>
        </p:nvSpPr>
        <p:spPr/>
        <p:txBody>
          <a:bodyPr/>
          <a:lstStyle/>
          <a:p>
            <a:r>
              <a:rPr lang="sv-SE"/>
              <a:t>Sidfottext</a:t>
            </a:r>
          </a:p>
        </p:txBody>
      </p:sp>
      <p:sp>
        <p:nvSpPr>
          <p:cNvPr id="4" name="Platshållare för bildnummer 3">
            <a:extLst>
              <a:ext uri="{FF2B5EF4-FFF2-40B4-BE49-F238E27FC236}">
                <a16:creationId xmlns:a16="http://schemas.microsoft.com/office/drawing/2014/main" id="{12CEC6D5-E7B1-0BCE-0744-951A473470B5}"/>
              </a:ext>
              <a:ext uri="{C183D7F6-B498-43B3-948B-1728B52AA6E4}">
                <adec:decorative xmlns:adec="http://schemas.microsoft.com/office/drawing/2017/decorative" val="1"/>
              </a:ext>
            </a:extLst>
          </p:cNvPr>
          <p:cNvSpPr>
            <a:spLocks noGrp="1"/>
          </p:cNvSpPr>
          <p:nvPr>
            <p:ph type="sldNum" sz="quarter" idx="12"/>
          </p:nvPr>
        </p:nvSpPr>
        <p:spPr/>
        <p:txBody>
          <a:bodyPr/>
          <a:lstStyle/>
          <a:p>
            <a:fld id="{0EA8761A-F05C-4F01-AE76-2EF79F772060}" type="slidenum">
              <a:rPr lang="sv-SE" smtClean="0"/>
              <a:t>‹#›</a:t>
            </a:fld>
            <a:endParaRPr lang="sv-SE"/>
          </a:p>
        </p:txBody>
      </p:sp>
      <p:sp>
        <p:nvSpPr>
          <p:cNvPr id="10" name="Platshållare för text 16">
            <a:extLst>
              <a:ext uri="{FF2B5EF4-FFF2-40B4-BE49-F238E27FC236}">
                <a16:creationId xmlns:a16="http://schemas.microsoft.com/office/drawing/2014/main" id="{85D8FE2A-468F-5253-E8E0-91F9B6BBCF0F}"/>
              </a:ext>
            </a:extLst>
          </p:cNvPr>
          <p:cNvSpPr>
            <a:spLocks noGrp="1"/>
          </p:cNvSpPr>
          <p:nvPr>
            <p:ph type="body" sz="quarter" idx="15" hasCustomPrompt="1"/>
          </p:nvPr>
        </p:nvSpPr>
        <p:spPr>
          <a:xfrm>
            <a:off x="838201" y="4896197"/>
            <a:ext cx="10287004" cy="844204"/>
          </a:xfrm>
        </p:spPr>
        <p:txBody>
          <a:bodyPr>
            <a:noAutofit/>
          </a:bodyPr>
          <a:lstStyle>
            <a:lvl1pPr marL="0" indent="0">
              <a:buNone/>
              <a:defRPr sz="2400">
                <a:solidFill>
                  <a:schemeClr val="bg1"/>
                </a:solidFill>
              </a:defRPr>
            </a:lvl1pPr>
            <a:lvl3pPr marL="914400" indent="0">
              <a:buNone/>
              <a:defRPr/>
            </a:lvl3pPr>
          </a:lstStyle>
          <a:p>
            <a:pPr lvl="0"/>
            <a:r>
              <a:rPr lang="sv-SE" sz="2400"/>
              <a:t>Underrubrik</a:t>
            </a:r>
          </a:p>
        </p:txBody>
      </p:sp>
      <p:sp>
        <p:nvSpPr>
          <p:cNvPr id="7" name="Platshållare för text 10">
            <a:extLst>
              <a:ext uri="{FF2B5EF4-FFF2-40B4-BE49-F238E27FC236}">
                <a16:creationId xmlns:a16="http://schemas.microsoft.com/office/drawing/2014/main" id="{CC0B80D9-E849-8C70-7B22-9F0A60A413A8}"/>
              </a:ext>
              <a:ext uri="{C183D7F6-B498-43B3-948B-1728B52AA6E4}">
                <adec:decorative xmlns:adec="http://schemas.microsoft.com/office/drawing/2017/decorative" val="1"/>
              </a:ext>
            </a:extLst>
          </p:cNvPr>
          <p:cNvSpPr>
            <a:spLocks noGrp="1"/>
          </p:cNvSpPr>
          <p:nvPr>
            <p:ph type="body" sz="quarter" idx="14" hasCustomPrompt="1"/>
          </p:nvPr>
        </p:nvSpPr>
        <p:spPr>
          <a:xfrm>
            <a:off x="407892" y="311234"/>
            <a:ext cx="1332000" cy="551506"/>
          </a:xfrm>
          <a:blipFill>
            <a:blip r:embed="rId2"/>
            <a:stretch>
              <a:fillRect/>
            </a:stretch>
          </a:blipFill>
        </p:spPr>
        <p:txBody>
          <a:bodyPr/>
          <a:lstStyle>
            <a:lvl1pPr marL="0" indent="0">
              <a:buNone/>
              <a:defRPr>
                <a:solidFill>
                  <a:schemeClr val="accent3"/>
                </a:solidFill>
              </a:defRPr>
            </a:lvl1pPr>
          </a:lstStyle>
          <a:p>
            <a:pPr lvl="0"/>
            <a:r>
              <a:rPr lang="sv-SE"/>
              <a:t> </a:t>
            </a:r>
          </a:p>
        </p:txBody>
      </p:sp>
      <p:sp>
        <p:nvSpPr>
          <p:cNvPr id="5" name="Rubrik 4">
            <a:extLst>
              <a:ext uri="{FF2B5EF4-FFF2-40B4-BE49-F238E27FC236}">
                <a16:creationId xmlns:a16="http://schemas.microsoft.com/office/drawing/2014/main" id="{85CE2C60-27A6-DB8F-FCF1-19AFE36760D5}"/>
              </a:ext>
            </a:extLst>
          </p:cNvPr>
          <p:cNvSpPr>
            <a:spLocks noGrp="1"/>
          </p:cNvSpPr>
          <p:nvPr>
            <p:ph type="title"/>
          </p:nvPr>
        </p:nvSpPr>
        <p:spPr>
          <a:xfrm>
            <a:off x="839787" y="2478025"/>
            <a:ext cx="10285417" cy="2353220"/>
          </a:xfrm>
        </p:spPr>
        <p:txBody>
          <a:bodyPr/>
          <a:lstStyle/>
          <a:p>
            <a:r>
              <a:rPr lang="sv-SE"/>
              <a:t>Klicka här för att ändra mall för rubrikformat</a:t>
            </a:r>
            <a:endParaRPr lang="sv-SE" dirty="0"/>
          </a:p>
        </p:txBody>
      </p:sp>
    </p:spTree>
    <p:extLst>
      <p:ext uri="{BB962C8B-B14F-4D97-AF65-F5344CB8AC3E}">
        <p14:creationId xmlns:p14="http://schemas.microsoft.com/office/powerpoint/2010/main" val="1992351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ubrikbild med foto">
    <p:bg>
      <p:bgPr>
        <a:solidFill>
          <a:srgbClr val="FFEBE8"/>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2"/>
                </a:solidFill>
              </a:defRPr>
            </a:lvl1pPr>
          </a:lstStyle>
          <a:p>
            <a:fld id="{D88021E2-E97B-4976-AF53-1A9B1E45C5FA}" type="slidenum">
              <a:rPr lang="sv-SE" smtClean="0"/>
              <a:pPr/>
              <a:t>‹#›</a:t>
            </a:fld>
            <a:endParaRPr lang="sv-SE"/>
          </a:p>
        </p:txBody>
      </p:sp>
      <p:sp>
        <p:nvSpPr>
          <p:cNvPr id="12" name="Platshållare för bild 11">
            <a:extLst>
              <a:ext uri="{FF2B5EF4-FFF2-40B4-BE49-F238E27FC236}">
                <a16:creationId xmlns:a16="http://schemas.microsoft.com/office/drawing/2014/main" id="{FE179C2C-6E78-69E3-9168-D80CC4E08996}"/>
              </a:ext>
            </a:extLst>
          </p:cNvPr>
          <p:cNvSpPr>
            <a:spLocks noGrp="1"/>
          </p:cNvSpPr>
          <p:nvPr>
            <p:ph type="pic" sz="quarter" idx="13" hasCustomPrompt="1"/>
          </p:nvPr>
        </p:nvSpPr>
        <p:spPr>
          <a:xfrm>
            <a:off x="6096000" y="0"/>
            <a:ext cx="6096000" cy="6858000"/>
          </a:xfrm>
        </p:spPr>
        <p:txBody>
          <a:bodyPr>
            <a:normAutofit/>
          </a:bodyPr>
          <a:lstStyle>
            <a:lvl1pPr marL="0" indent="0" algn="ctr">
              <a:buNone/>
              <a:defRPr sz="1800">
                <a:solidFill>
                  <a:schemeClr val="tx2"/>
                </a:solidFill>
              </a:defRPr>
            </a:lvl1pPr>
          </a:lstStyle>
          <a:p>
            <a:r>
              <a:rPr lang="sv-SE"/>
              <a:t>Klicka här för att infoga bild.</a:t>
            </a:r>
          </a:p>
        </p:txBody>
      </p:sp>
      <p:sp>
        <p:nvSpPr>
          <p:cNvPr id="16" name="Platshållare för text 16">
            <a:extLst>
              <a:ext uri="{FF2B5EF4-FFF2-40B4-BE49-F238E27FC236}">
                <a16:creationId xmlns:a16="http://schemas.microsoft.com/office/drawing/2014/main" id="{D0929707-C670-25EC-9F10-34A3DCD8F7F3}"/>
              </a:ext>
            </a:extLst>
          </p:cNvPr>
          <p:cNvSpPr>
            <a:spLocks noGrp="1"/>
          </p:cNvSpPr>
          <p:nvPr>
            <p:ph type="body" sz="quarter" idx="14" hasCustomPrompt="1"/>
          </p:nvPr>
        </p:nvSpPr>
        <p:spPr>
          <a:xfrm>
            <a:off x="838200" y="4963899"/>
            <a:ext cx="4881283" cy="844204"/>
          </a:xfrm>
        </p:spPr>
        <p:txBody>
          <a:bodyPr>
            <a:noAutofit/>
          </a:bodyPr>
          <a:lstStyle>
            <a:lvl1pPr marL="0" indent="0">
              <a:buNone/>
              <a:defRPr sz="2400">
                <a:solidFill>
                  <a:schemeClr val="tx2"/>
                </a:solidFill>
                <a:latin typeface="+mn-lt"/>
              </a:defRPr>
            </a:lvl1pPr>
            <a:lvl3pPr marL="914400" indent="0">
              <a:buNone/>
              <a:defRPr/>
            </a:lvl3pPr>
          </a:lstStyle>
          <a:p>
            <a:pPr lvl="0"/>
            <a:r>
              <a:rPr lang="sv-SE" sz="2400"/>
              <a:t>Underrubrik</a:t>
            </a:r>
          </a:p>
        </p:txBody>
      </p:sp>
      <p:sp>
        <p:nvSpPr>
          <p:cNvPr id="2" name="Rubrik 1">
            <a:extLst>
              <a:ext uri="{FF2B5EF4-FFF2-40B4-BE49-F238E27FC236}">
                <a16:creationId xmlns:a16="http://schemas.microsoft.com/office/drawing/2014/main" id="{749A3693-73FD-8DAB-FD62-B84C5981455B}"/>
              </a:ext>
            </a:extLst>
          </p:cNvPr>
          <p:cNvSpPr>
            <a:spLocks noGrp="1"/>
          </p:cNvSpPr>
          <p:nvPr>
            <p:ph type="title"/>
          </p:nvPr>
        </p:nvSpPr>
        <p:spPr>
          <a:xfrm>
            <a:off x="839788" y="3428999"/>
            <a:ext cx="4879695" cy="1402245"/>
          </a:xfrm>
        </p:spPr>
        <p:txBody>
          <a:bodyPr/>
          <a:lstStyle>
            <a:lvl1pPr>
              <a:defRPr sz="4400">
                <a:solidFill>
                  <a:schemeClr val="tx2"/>
                </a:solidFill>
              </a:defRPr>
            </a:lvl1pPr>
          </a:lstStyle>
          <a:p>
            <a:r>
              <a:rPr lang="sv-SE"/>
              <a:t>Klicka här för att ändra mall för rubrikformat</a:t>
            </a:r>
            <a:endParaRPr lang="sv-SE" dirty="0"/>
          </a:p>
        </p:txBody>
      </p:sp>
    </p:spTree>
    <p:extLst>
      <p:ext uri="{BB962C8B-B14F-4D97-AF65-F5344CB8AC3E}">
        <p14:creationId xmlns:p14="http://schemas.microsoft.com/office/powerpoint/2010/main" val="4144670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ubrikbild beige">
    <p:bg>
      <p:bgPr>
        <a:solidFill>
          <a:srgbClr val="F7F2EB"/>
        </a:solidFill>
        <a:effectLst/>
      </p:bgPr>
    </p:bg>
    <p:spTree>
      <p:nvGrpSpPr>
        <p:cNvPr id="1" name=""/>
        <p:cNvGrpSpPr/>
        <p:nvPr/>
      </p:nvGrpSpPr>
      <p:grpSpPr>
        <a:xfrm>
          <a:off x="0" y="0"/>
          <a:ext cx="0" cy="0"/>
          <a:chOff x="0" y="0"/>
          <a:chExt cx="0" cy="0"/>
        </a:xfrm>
      </p:grpSpPr>
      <p:sp>
        <p:nvSpPr>
          <p:cNvPr id="15" name="Platshållare för datum 3">
            <a:extLst>
              <a:ext uri="{FF2B5EF4-FFF2-40B4-BE49-F238E27FC236}">
                <a16:creationId xmlns:a16="http://schemas.microsoft.com/office/drawing/2014/main" id="{E9786BC0-DEEA-DDE5-AB67-3AC0424BE39A}"/>
              </a:ext>
            </a:extLst>
          </p:cNvPr>
          <p:cNvSpPr>
            <a:spLocks noGrp="1"/>
          </p:cNvSpPr>
          <p:nvPr>
            <p:ph type="dt" sz="half" idx="10"/>
          </p:nvPr>
        </p:nvSpPr>
        <p:spPr>
          <a:xfrm>
            <a:off x="838200" y="6356350"/>
            <a:ext cx="2743200" cy="365125"/>
          </a:xfrm>
        </p:spPr>
        <p:txBody>
          <a:bodyPr/>
          <a:lstStyle/>
          <a:p>
            <a:fld id="{8E7D24E2-704C-4D37-BA3F-3A87B7C16133}" type="datetimeFigureOut">
              <a:rPr lang="sv-SE" smtClean="0"/>
              <a:t>2026-06-17</a:t>
            </a:fld>
            <a:endParaRPr lang="sv-SE"/>
          </a:p>
        </p:txBody>
      </p:sp>
      <p:sp>
        <p:nvSpPr>
          <p:cNvPr id="16" name="Platshållare för sidfot 4">
            <a:extLst>
              <a:ext uri="{FF2B5EF4-FFF2-40B4-BE49-F238E27FC236}">
                <a16:creationId xmlns:a16="http://schemas.microsoft.com/office/drawing/2014/main" id="{E0CF1320-EB42-4D53-C6FB-4B8C0A6E585F}"/>
              </a:ext>
            </a:extLst>
          </p:cNvPr>
          <p:cNvSpPr>
            <a:spLocks noGrp="1"/>
          </p:cNvSpPr>
          <p:nvPr>
            <p:ph type="ftr" sz="quarter" idx="11"/>
          </p:nvPr>
        </p:nvSpPr>
        <p:spPr>
          <a:xfrm>
            <a:off x="4038600" y="6356350"/>
            <a:ext cx="4114800" cy="365125"/>
          </a:xfrm>
        </p:spPr>
        <p:txBody>
          <a:bodyPr/>
          <a:lstStyle/>
          <a:p>
            <a:endParaRPr lang="sv-SE"/>
          </a:p>
        </p:txBody>
      </p:sp>
      <p:sp>
        <p:nvSpPr>
          <p:cNvPr id="23" name="Platshållare för bildnummer 5">
            <a:extLst>
              <a:ext uri="{FF2B5EF4-FFF2-40B4-BE49-F238E27FC236}">
                <a16:creationId xmlns:a16="http://schemas.microsoft.com/office/drawing/2014/main" id="{3D623F1B-DF7C-7C3E-2E47-C4177A62D014}"/>
              </a:ext>
            </a:extLst>
          </p:cNvPr>
          <p:cNvSpPr>
            <a:spLocks noGrp="1"/>
          </p:cNvSpPr>
          <p:nvPr>
            <p:ph type="sldNum" sz="quarter" idx="12"/>
          </p:nvPr>
        </p:nvSpPr>
        <p:spPr>
          <a:xfrm>
            <a:off x="8610600" y="6356350"/>
            <a:ext cx="2743200" cy="365125"/>
          </a:xfrm>
        </p:spPr>
        <p:txBody>
          <a:bodyPr/>
          <a:lstStyle/>
          <a:p>
            <a:fld id="{D88021E2-E97B-4976-AF53-1A9B1E45C5FA}" type="slidenum">
              <a:rPr lang="sv-SE" smtClean="0"/>
              <a:t>‹#›</a:t>
            </a:fld>
            <a:endParaRPr lang="sv-SE"/>
          </a:p>
        </p:txBody>
      </p:sp>
      <p:sp>
        <p:nvSpPr>
          <p:cNvPr id="24" name="Platshållare för text 16">
            <a:extLst>
              <a:ext uri="{FF2B5EF4-FFF2-40B4-BE49-F238E27FC236}">
                <a16:creationId xmlns:a16="http://schemas.microsoft.com/office/drawing/2014/main" id="{18BBF61C-F34C-29EE-A044-30894E200B3B}"/>
              </a:ext>
            </a:extLst>
          </p:cNvPr>
          <p:cNvSpPr>
            <a:spLocks noGrp="1"/>
          </p:cNvSpPr>
          <p:nvPr>
            <p:ph type="body" sz="quarter" idx="13" hasCustomPrompt="1"/>
          </p:nvPr>
        </p:nvSpPr>
        <p:spPr>
          <a:xfrm>
            <a:off x="838201" y="4896197"/>
            <a:ext cx="10287004" cy="844204"/>
          </a:xfrm>
        </p:spPr>
        <p:txBody>
          <a:bodyPr>
            <a:noAutofit/>
          </a:bodyPr>
          <a:lstStyle>
            <a:lvl1pPr marL="0" indent="0">
              <a:buNone/>
              <a:defRPr sz="2400">
                <a:solidFill>
                  <a:schemeClr val="tx1"/>
                </a:solidFill>
              </a:defRPr>
            </a:lvl1pPr>
            <a:lvl3pPr marL="914400" indent="0">
              <a:buNone/>
              <a:defRPr/>
            </a:lvl3pPr>
          </a:lstStyle>
          <a:p>
            <a:pPr lvl="0"/>
            <a:r>
              <a:rPr lang="sv-SE" sz="2400" dirty="0"/>
              <a:t>Underrubrik</a:t>
            </a:r>
          </a:p>
        </p:txBody>
      </p:sp>
      <p:sp>
        <p:nvSpPr>
          <p:cNvPr id="3" name="Rubrik 2">
            <a:extLst>
              <a:ext uri="{FF2B5EF4-FFF2-40B4-BE49-F238E27FC236}">
                <a16:creationId xmlns:a16="http://schemas.microsoft.com/office/drawing/2014/main" id="{DE2704C7-2370-1821-C55C-DBB41FC39AF0}"/>
              </a:ext>
            </a:extLst>
          </p:cNvPr>
          <p:cNvSpPr>
            <a:spLocks noGrp="1"/>
          </p:cNvSpPr>
          <p:nvPr>
            <p:ph type="title"/>
          </p:nvPr>
        </p:nvSpPr>
        <p:spPr>
          <a:xfrm>
            <a:off x="838201" y="2679366"/>
            <a:ext cx="10287002" cy="2145417"/>
          </a:xfrm>
        </p:spPr>
        <p:txBody>
          <a:bodyPr/>
          <a:lstStyle>
            <a:lvl1pPr>
              <a:defRPr sz="7200"/>
            </a:lvl1pPr>
          </a:lstStyle>
          <a:p>
            <a:r>
              <a:rPr lang="sv-SE"/>
              <a:t>Klicka här för att ändra mall för rubrikformat</a:t>
            </a:r>
            <a:endParaRPr lang="sv-SE" dirty="0"/>
          </a:p>
        </p:txBody>
      </p:sp>
    </p:spTree>
    <p:extLst>
      <p:ext uri="{BB962C8B-B14F-4D97-AF65-F5344CB8AC3E}">
        <p14:creationId xmlns:p14="http://schemas.microsoft.com/office/powerpoint/2010/main" val="1612484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ubrikbild rosa">
    <p:bg>
      <p:bgPr>
        <a:solidFill>
          <a:srgbClr val="FFEBE8"/>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2"/>
                </a:solidFill>
              </a:defRPr>
            </a:lvl1pPr>
          </a:lstStyle>
          <a:p>
            <a:fld id="{D88021E2-E97B-4976-AF53-1A9B1E45C5FA}" type="slidenum">
              <a:rPr lang="sv-SE" smtClean="0"/>
              <a:pPr/>
              <a:t>‹#›</a:t>
            </a:fld>
            <a:endParaRPr lang="sv-SE"/>
          </a:p>
        </p:txBody>
      </p:sp>
      <p:sp>
        <p:nvSpPr>
          <p:cNvPr id="2" name="Platshållare för text 16">
            <a:extLst>
              <a:ext uri="{FF2B5EF4-FFF2-40B4-BE49-F238E27FC236}">
                <a16:creationId xmlns:a16="http://schemas.microsoft.com/office/drawing/2014/main" id="{DCC4902A-64F4-F5DC-F03A-82BEA146ACAF}"/>
              </a:ext>
            </a:extLst>
          </p:cNvPr>
          <p:cNvSpPr>
            <a:spLocks noGrp="1"/>
          </p:cNvSpPr>
          <p:nvPr>
            <p:ph type="body" sz="quarter" idx="13" hasCustomPrompt="1"/>
          </p:nvPr>
        </p:nvSpPr>
        <p:spPr>
          <a:xfrm>
            <a:off x="838201" y="4896197"/>
            <a:ext cx="10287004" cy="844204"/>
          </a:xfrm>
        </p:spPr>
        <p:txBody>
          <a:bodyPr>
            <a:noAutofit/>
          </a:bodyPr>
          <a:lstStyle>
            <a:lvl1pPr marL="0" indent="0">
              <a:buNone/>
              <a:defRPr sz="2400">
                <a:solidFill>
                  <a:schemeClr val="tx2"/>
                </a:solidFill>
              </a:defRPr>
            </a:lvl1pPr>
            <a:lvl3pPr marL="914400" indent="0">
              <a:buNone/>
              <a:defRPr/>
            </a:lvl3pPr>
          </a:lstStyle>
          <a:p>
            <a:pPr lvl="0"/>
            <a:r>
              <a:rPr lang="sv-SE" sz="2400" dirty="0"/>
              <a:t>Underrubrik</a:t>
            </a:r>
          </a:p>
        </p:txBody>
      </p:sp>
      <p:sp>
        <p:nvSpPr>
          <p:cNvPr id="8" name="Rubrik 2">
            <a:extLst>
              <a:ext uri="{FF2B5EF4-FFF2-40B4-BE49-F238E27FC236}">
                <a16:creationId xmlns:a16="http://schemas.microsoft.com/office/drawing/2014/main" id="{3CDCF32D-E624-4FF2-88F5-9745DF894B4E}"/>
              </a:ext>
            </a:extLst>
          </p:cNvPr>
          <p:cNvSpPr>
            <a:spLocks noGrp="1"/>
          </p:cNvSpPr>
          <p:nvPr>
            <p:ph type="title"/>
          </p:nvPr>
        </p:nvSpPr>
        <p:spPr>
          <a:xfrm>
            <a:off x="838201" y="2679366"/>
            <a:ext cx="10287002" cy="2145417"/>
          </a:xfrm>
        </p:spPr>
        <p:txBody>
          <a:bodyPr/>
          <a:lstStyle>
            <a:lvl1pPr>
              <a:defRPr sz="7200">
                <a:solidFill>
                  <a:schemeClr val="tx2"/>
                </a:solidFill>
              </a:defRPr>
            </a:lvl1pPr>
          </a:lstStyle>
          <a:p>
            <a:r>
              <a:rPr lang="sv-SE"/>
              <a:t>Klicka här för att ändra mall för rubrikformat</a:t>
            </a:r>
            <a:endParaRPr lang="sv-SE" dirty="0"/>
          </a:p>
        </p:txBody>
      </p:sp>
    </p:spTree>
    <p:extLst>
      <p:ext uri="{BB962C8B-B14F-4D97-AF65-F5344CB8AC3E}">
        <p14:creationId xmlns:p14="http://schemas.microsoft.com/office/powerpoint/2010/main" val="800242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ubrikbild grön ">
    <p:bg>
      <p:bgPr>
        <a:solidFill>
          <a:srgbClr val="DFEF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accent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accent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accent2"/>
                </a:solidFill>
              </a:defRPr>
            </a:lvl1pPr>
          </a:lstStyle>
          <a:p>
            <a:fld id="{D88021E2-E97B-4976-AF53-1A9B1E45C5FA}" type="slidenum">
              <a:rPr lang="sv-SE" smtClean="0"/>
              <a:pPr/>
              <a:t>‹#›</a:t>
            </a:fld>
            <a:endParaRPr lang="sv-SE"/>
          </a:p>
        </p:txBody>
      </p:sp>
      <p:sp>
        <p:nvSpPr>
          <p:cNvPr id="7" name="Platshållare för text 16">
            <a:extLst>
              <a:ext uri="{FF2B5EF4-FFF2-40B4-BE49-F238E27FC236}">
                <a16:creationId xmlns:a16="http://schemas.microsoft.com/office/drawing/2014/main" id="{3331C3CC-AFB9-3E7A-CD6A-9BA79C6EBD1A}"/>
              </a:ext>
            </a:extLst>
          </p:cNvPr>
          <p:cNvSpPr>
            <a:spLocks noGrp="1"/>
          </p:cNvSpPr>
          <p:nvPr>
            <p:ph type="body" sz="quarter" idx="13" hasCustomPrompt="1"/>
          </p:nvPr>
        </p:nvSpPr>
        <p:spPr>
          <a:xfrm>
            <a:off x="838201" y="4896197"/>
            <a:ext cx="10287004" cy="844204"/>
          </a:xfrm>
        </p:spPr>
        <p:txBody>
          <a:bodyPr>
            <a:noAutofit/>
          </a:bodyPr>
          <a:lstStyle>
            <a:lvl1pPr marL="0" indent="0">
              <a:buNone/>
              <a:defRPr sz="2400">
                <a:solidFill>
                  <a:schemeClr val="accent2"/>
                </a:solidFill>
              </a:defRPr>
            </a:lvl1pPr>
            <a:lvl3pPr marL="914400" indent="0">
              <a:buNone/>
              <a:defRPr/>
            </a:lvl3pPr>
          </a:lstStyle>
          <a:p>
            <a:pPr lvl="0"/>
            <a:r>
              <a:rPr lang="sv-SE" sz="2400" dirty="0"/>
              <a:t>Underrubrik</a:t>
            </a:r>
          </a:p>
        </p:txBody>
      </p:sp>
      <p:sp>
        <p:nvSpPr>
          <p:cNvPr id="3" name="Rubrik 2">
            <a:extLst>
              <a:ext uri="{FF2B5EF4-FFF2-40B4-BE49-F238E27FC236}">
                <a16:creationId xmlns:a16="http://schemas.microsoft.com/office/drawing/2014/main" id="{A6A02812-26F5-E4E2-7509-BED862291C96}"/>
              </a:ext>
            </a:extLst>
          </p:cNvPr>
          <p:cNvSpPr>
            <a:spLocks noGrp="1"/>
          </p:cNvSpPr>
          <p:nvPr>
            <p:ph type="title"/>
          </p:nvPr>
        </p:nvSpPr>
        <p:spPr>
          <a:xfrm>
            <a:off x="838201" y="2679366"/>
            <a:ext cx="10287002" cy="2145417"/>
          </a:xfrm>
        </p:spPr>
        <p:txBody>
          <a:bodyPr/>
          <a:lstStyle>
            <a:lvl1pPr>
              <a:defRPr sz="7200">
                <a:solidFill>
                  <a:schemeClr val="accent2"/>
                </a:solidFill>
              </a:defRPr>
            </a:lvl1pPr>
          </a:lstStyle>
          <a:p>
            <a:r>
              <a:rPr lang="sv-SE"/>
              <a:t>Klicka här för att ändra mall för rubrikformat</a:t>
            </a:r>
            <a:endParaRPr lang="sv-SE" dirty="0"/>
          </a:p>
        </p:txBody>
      </p:sp>
    </p:spTree>
    <p:extLst>
      <p:ext uri="{BB962C8B-B14F-4D97-AF65-F5344CB8AC3E}">
        <p14:creationId xmlns:p14="http://schemas.microsoft.com/office/powerpoint/2010/main" val="2168479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beige, en spalt">
    <p:bg>
      <p:bgPr>
        <a:solidFill>
          <a:srgbClr val="F7F2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1"/>
                </a:solidFill>
              </a:defRPr>
            </a:lvl1pPr>
          </a:lstStyle>
          <a:p>
            <a:fld id="{D88021E2-E97B-4976-AF53-1A9B1E45C5FA}" type="slidenum">
              <a:rPr lang="sv-SE" smtClean="0"/>
              <a:pPr/>
              <a:t>‹#›</a:t>
            </a:fld>
            <a:endParaRPr lang="sv-SE"/>
          </a:p>
        </p:txBody>
      </p:sp>
      <p:sp>
        <p:nvSpPr>
          <p:cNvPr id="2" name="Platshållare för innehåll 12">
            <a:extLst>
              <a:ext uri="{FF2B5EF4-FFF2-40B4-BE49-F238E27FC236}">
                <a16:creationId xmlns:a16="http://schemas.microsoft.com/office/drawing/2014/main" id="{A1A48B14-AB12-58D1-A592-B85AB092453F}"/>
              </a:ext>
            </a:extLst>
          </p:cNvPr>
          <p:cNvSpPr>
            <a:spLocks noGrp="1"/>
          </p:cNvSpPr>
          <p:nvPr>
            <p:ph sz="quarter" idx="14"/>
          </p:nvPr>
        </p:nvSpPr>
        <p:spPr>
          <a:xfrm>
            <a:off x="839787" y="3230151"/>
            <a:ext cx="7313610" cy="3063042"/>
          </a:xfrm>
        </p:spPr>
        <p:txBody>
          <a:bodyPr>
            <a:noAutofit/>
          </a:bodyPr>
          <a:lstStyle>
            <a:lvl1pPr marL="0" indent="0">
              <a:buNone/>
              <a:defRPr sz="2400">
                <a:solidFill>
                  <a:schemeClr val="tx1"/>
                </a:solidFill>
              </a:defRPr>
            </a:lvl1pPr>
            <a:lvl2pPr>
              <a:defRPr sz="20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8" name="Rubrik 7">
            <a:extLst>
              <a:ext uri="{FF2B5EF4-FFF2-40B4-BE49-F238E27FC236}">
                <a16:creationId xmlns:a16="http://schemas.microsoft.com/office/drawing/2014/main" id="{1F84B34C-B6D6-4223-03B7-7E3E70BD7873}"/>
              </a:ext>
            </a:extLst>
          </p:cNvPr>
          <p:cNvSpPr>
            <a:spLocks noGrp="1"/>
          </p:cNvSpPr>
          <p:nvPr>
            <p:ph type="title"/>
          </p:nvPr>
        </p:nvSpPr>
        <p:spPr>
          <a:xfrm>
            <a:off x="839788" y="1790006"/>
            <a:ext cx="7313609" cy="1325563"/>
          </a:xfrm>
        </p:spPr>
        <p:txBody>
          <a:bodyPr/>
          <a:lstStyle>
            <a:lvl1pPr>
              <a:defRPr>
                <a:solidFill>
                  <a:schemeClr val="tx1"/>
                </a:solidFill>
              </a:defRPr>
            </a:lvl1pPr>
          </a:lstStyle>
          <a:p>
            <a:r>
              <a:rPr lang="sv-SE" dirty="0"/>
              <a:t>Klicka här för att ändra mall för rubrikformat</a:t>
            </a:r>
          </a:p>
        </p:txBody>
      </p:sp>
    </p:spTree>
    <p:extLst>
      <p:ext uri="{BB962C8B-B14F-4D97-AF65-F5344CB8AC3E}">
        <p14:creationId xmlns:p14="http://schemas.microsoft.com/office/powerpoint/2010/main" val="29119603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rosa, en spalt">
    <p:bg>
      <p:bgPr>
        <a:solidFill>
          <a:srgbClr val="FFEBE8"/>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2"/>
                </a:solidFill>
              </a:defRPr>
            </a:lvl1pPr>
          </a:lstStyle>
          <a:p>
            <a:fld id="{D88021E2-E97B-4976-AF53-1A9B1E45C5FA}" type="slidenum">
              <a:rPr lang="sv-SE" smtClean="0"/>
              <a:pPr/>
              <a:t>‹#›</a:t>
            </a:fld>
            <a:endParaRPr lang="sv-SE"/>
          </a:p>
        </p:txBody>
      </p:sp>
      <p:sp>
        <p:nvSpPr>
          <p:cNvPr id="2" name="Platshållare för innehåll 12">
            <a:extLst>
              <a:ext uri="{FF2B5EF4-FFF2-40B4-BE49-F238E27FC236}">
                <a16:creationId xmlns:a16="http://schemas.microsoft.com/office/drawing/2014/main" id="{9AA93C1B-A1E6-A44E-2486-BF36BA9A80D7}"/>
              </a:ext>
            </a:extLst>
          </p:cNvPr>
          <p:cNvSpPr>
            <a:spLocks noGrp="1"/>
          </p:cNvSpPr>
          <p:nvPr>
            <p:ph sz="quarter" idx="14"/>
          </p:nvPr>
        </p:nvSpPr>
        <p:spPr>
          <a:xfrm>
            <a:off x="839787" y="3230151"/>
            <a:ext cx="7313610" cy="3063042"/>
          </a:xfrm>
        </p:spPr>
        <p:txBody>
          <a:bodyPr>
            <a:noAutofit/>
          </a:bodyPr>
          <a:lstStyle>
            <a:lvl1pPr marL="0" indent="0">
              <a:buNone/>
              <a:defRPr sz="2400">
                <a:solidFill>
                  <a:schemeClr val="tx2"/>
                </a:solidFill>
              </a:defRPr>
            </a:lvl1pPr>
            <a:lvl2pPr>
              <a:defRPr sz="2000">
                <a:solidFill>
                  <a:schemeClr val="tx2"/>
                </a:solidFill>
              </a:defRPr>
            </a:lvl2pPr>
            <a:lvl3pPr>
              <a:defRPr sz="1800">
                <a:solidFill>
                  <a:schemeClr val="tx2"/>
                </a:solidFill>
              </a:defRPr>
            </a:lvl3pPr>
            <a:lvl4pPr>
              <a:defRPr sz="1800">
                <a:solidFill>
                  <a:schemeClr val="tx2"/>
                </a:solidFill>
              </a:defRPr>
            </a:lvl4pPr>
            <a:lvl5pPr>
              <a:defRPr sz="1800">
                <a:solidFill>
                  <a:schemeClr val="tx2"/>
                </a:solidFill>
              </a:defRPr>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7" name="Rubrik 7">
            <a:extLst>
              <a:ext uri="{FF2B5EF4-FFF2-40B4-BE49-F238E27FC236}">
                <a16:creationId xmlns:a16="http://schemas.microsoft.com/office/drawing/2014/main" id="{56EC1992-372F-73C3-2754-DB40736A1B37}"/>
              </a:ext>
            </a:extLst>
          </p:cNvPr>
          <p:cNvSpPr>
            <a:spLocks noGrp="1"/>
          </p:cNvSpPr>
          <p:nvPr>
            <p:ph type="title"/>
          </p:nvPr>
        </p:nvSpPr>
        <p:spPr>
          <a:xfrm>
            <a:off x="839788" y="1790006"/>
            <a:ext cx="7313609" cy="1325563"/>
          </a:xfrm>
        </p:spPr>
        <p:txBody>
          <a:bodyPr/>
          <a:lstStyle>
            <a:lvl1pPr>
              <a:defRPr>
                <a:solidFill>
                  <a:schemeClr val="tx2"/>
                </a:solidFill>
              </a:defRPr>
            </a:lvl1pPr>
          </a:lstStyle>
          <a:p>
            <a:r>
              <a:rPr lang="sv-SE" dirty="0"/>
              <a:t>Klicka här för att ändra mall för rubrikformat</a:t>
            </a:r>
          </a:p>
        </p:txBody>
      </p:sp>
    </p:spTree>
    <p:extLst>
      <p:ext uri="{BB962C8B-B14F-4D97-AF65-F5344CB8AC3E}">
        <p14:creationId xmlns:p14="http://schemas.microsoft.com/office/powerpoint/2010/main" val="18429952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grön, en spalt">
    <p:bg>
      <p:bgPr>
        <a:solidFill>
          <a:srgbClr val="DFEF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accent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accent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accent2"/>
                </a:solidFill>
              </a:defRPr>
            </a:lvl1pPr>
          </a:lstStyle>
          <a:p>
            <a:fld id="{D88021E2-E97B-4976-AF53-1A9B1E45C5FA}" type="slidenum">
              <a:rPr lang="sv-SE" smtClean="0"/>
              <a:pPr/>
              <a:t>‹#›</a:t>
            </a:fld>
            <a:endParaRPr lang="sv-SE"/>
          </a:p>
        </p:txBody>
      </p:sp>
      <p:sp>
        <p:nvSpPr>
          <p:cNvPr id="2" name="Platshållare för innehåll 12">
            <a:extLst>
              <a:ext uri="{FF2B5EF4-FFF2-40B4-BE49-F238E27FC236}">
                <a16:creationId xmlns:a16="http://schemas.microsoft.com/office/drawing/2014/main" id="{974BBD30-907E-F897-0BBE-B632833629AC}"/>
              </a:ext>
            </a:extLst>
          </p:cNvPr>
          <p:cNvSpPr>
            <a:spLocks noGrp="1"/>
          </p:cNvSpPr>
          <p:nvPr>
            <p:ph sz="quarter" idx="14"/>
          </p:nvPr>
        </p:nvSpPr>
        <p:spPr>
          <a:xfrm>
            <a:off x="839787" y="3230151"/>
            <a:ext cx="7313610" cy="3063042"/>
          </a:xfrm>
        </p:spPr>
        <p:txBody>
          <a:bodyPr>
            <a:noAutofit/>
          </a:bodyPr>
          <a:lstStyle>
            <a:lvl1pPr marL="0" indent="0">
              <a:buNone/>
              <a:defRPr sz="2400">
                <a:solidFill>
                  <a:schemeClr val="accent2"/>
                </a:solidFill>
              </a:defRPr>
            </a:lvl1pPr>
            <a:lvl2pPr>
              <a:defRPr sz="20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8" name="Rubrik 7">
            <a:extLst>
              <a:ext uri="{FF2B5EF4-FFF2-40B4-BE49-F238E27FC236}">
                <a16:creationId xmlns:a16="http://schemas.microsoft.com/office/drawing/2014/main" id="{DB6E9685-986B-69A8-3437-C5DC2AAB29A9}"/>
              </a:ext>
            </a:extLst>
          </p:cNvPr>
          <p:cNvSpPr>
            <a:spLocks noGrp="1"/>
          </p:cNvSpPr>
          <p:nvPr>
            <p:ph type="title"/>
          </p:nvPr>
        </p:nvSpPr>
        <p:spPr>
          <a:xfrm>
            <a:off x="839788" y="1790006"/>
            <a:ext cx="7313609" cy="1325563"/>
          </a:xfrm>
        </p:spPr>
        <p:txBody>
          <a:bodyPr/>
          <a:lstStyle>
            <a:lvl1pPr>
              <a:defRPr>
                <a:solidFill>
                  <a:schemeClr val="accent2"/>
                </a:solidFill>
              </a:defRPr>
            </a:lvl1pPr>
          </a:lstStyle>
          <a:p>
            <a:r>
              <a:rPr lang="sv-SE" dirty="0"/>
              <a:t>Klicka här för att ändra mall för rubrikformat</a:t>
            </a:r>
          </a:p>
        </p:txBody>
      </p:sp>
    </p:spTree>
    <p:extLst>
      <p:ext uri="{BB962C8B-B14F-4D97-AF65-F5344CB8AC3E}">
        <p14:creationId xmlns:p14="http://schemas.microsoft.com/office/powerpoint/2010/main" val="21994376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eige, två spalter">
    <p:bg>
      <p:bgPr>
        <a:solidFill>
          <a:srgbClr val="F7F2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p>
            <a:fld id="{8E7D24E2-704C-4D37-BA3F-3A87B7C16133}" type="datetimeFigureOut">
              <a:rPr lang="sv-SE" smtClean="0"/>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p>
            <a:fld id="{D88021E2-E97B-4976-AF53-1A9B1E45C5FA}" type="slidenum">
              <a:rPr lang="sv-SE" smtClean="0"/>
              <a:t>‹#›</a:t>
            </a:fld>
            <a:endParaRPr lang="sv-SE"/>
          </a:p>
        </p:txBody>
      </p:sp>
      <p:sp>
        <p:nvSpPr>
          <p:cNvPr id="11" name="Platshållare för innehåll 12">
            <a:extLst>
              <a:ext uri="{FF2B5EF4-FFF2-40B4-BE49-F238E27FC236}">
                <a16:creationId xmlns:a16="http://schemas.microsoft.com/office/drawing/2014/main" id="{B7205BC0-9D89-3936-0F97-A126CA76F853}"/>
              </a:ext>
            </a:extLst>
          </p:cNvPr>
          <p:cNvSpPr>
            <a:spLocks noGrp="1"/>
          </p:cNvSpPr>
          <p:nvPr>
            <p:ph sz="quarter" idx="32"/>
          </p:nvPr>
        </p:nvSpPr>
        <p:spPr>
          <a:xfrm>
            <a:off x="6168215" y="3230151"/>
            <a:ext cx="5184000" cy="2984912"/>
          </a:xfrm>
        </p:spPr>
        <p:txBody>
          <a:bodyPr>
            <a:noAutofit/>
          </a:bodyPr>
          <a:lstStyle>
            <a:lvl1pPr marL="0" indent="0">
              <a:buNone/>
              <a:defRPr sz="2400">
                <a:solidFill>
                  <a:schemeClr val="tx1"/>
                </a:solidFill>
              </a:defRPr>
            </a:lvl1pPr>
            <a:lvl2pPr>
              <a:defRPr sz="20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12" name="Platshållare för innehåll 12">
            <a:extLst>
              <a:ext uri="{FF2B5EF4-FFF2-40B4-BE49-F238E27FC236}">
                <a16:creationId xmlns:a16="http://schemas.microsoft.com/office/drawing/2014/main" id="{6EFEFBC4-D1CF-0C4C-D53A-B42C60197310}"/>
              </a:ext>
            </a:extLst>
          </p:cNvPr>
          <p:cNvSpPr>
            <a:spLocks noGrp="1"/>
          </p:cNvSpPr>
          <p:nvPr>
            <p:ph sz="quarter" idx="14"/>
          </p:nvPr>
        </p:nvSpPr>
        <p:spPr>
          <a:xfrm>
            <a:off x="839785" y="3230151"/>
            <a:ext cx="5184000" cy="2984912"/>
          </a:xfrm>
        </p:spPr>
        <p:txBody>
          <a:bodyPr>
            <a:noAutofit/>
          </a:bodyPr>
          <a:lstStyle>
            <a:lvl1pPr marL="0" indent="0">
              <a:buNone/>
              <a:defRPr sz="2400">
                <a:solidFill>
                  <a:schemeClr val="tx1"/>
                </a:solidFill>
              </a:defRPr>
            </a:lvl1pPr>
            <a:lvl2pPr>
              <a:defRPr sz="20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13" name="Rubrik 7">
            <a:extLst>
              <a:ext uri="{FF2B5EF4-FFF2-40B4-BE49-F238E27FC236}">
                <a16:creationId xmlns:a16="http://schemas.microsoft.com/office/drawing/2014/main" id="{E5836F73-C422-F82D-AC98-ABE680E379D9}"/>
              </a:ext>
            </a:extLst>
          </p:cNvPr>
          <p:cNvSpPr>
            <a:spLocks noGrp="1"/>
          </p:cNvSpPr>
          <p:nvPr>
            <p:ph type="title"/>
          </p:nvPr>
        </p:nvSpPr>
        <p:spPr>
          <a:xfrm>
            <a:off x="839788" y="1790006"/>
            <a:ext cx="10514012" cy="1325563"/>
          </a:xfrm>
        </p:spPr>
        <p:txBody>
          <a:bodyPr/>
          <a:lstStyle>
            <a:lvl1pPr>
              <a:defRPr>
                <a:solidFill>
                  <a:schemeClr val="tx1"/>
                </a:solidFill>
              </a:defRPr>
            </a:lvl1pPr>
          </a:lstStyle>
          <a:p>
            <a:r>
              <a:rPr lang="sv-SE" dirty="0"/>
              <a:t>Klicka här för att ändra mall för rubrikformat</a:t>
            </a:r>
          </a:p>
        </p:txBody>
      </p:sp>
    </p:spTree>
    <p:extLst>
      <p:ext uri="{BB962C8B-B14F-4D97-AF65-F5344CB8AC3E}">
        <p14:creationId xmlns:p14="http://schemas.microsoft.com/office/powerpoint/2010/main" val="25983001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rosa, två spalter">
    <p:bg>
      <p:bgPr>
        <a:solidFill>
          <a:srgbClr val="FFEBE8"/>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2"/>
                </a:solidFill>
              </a:defRPr>
            </a:lvl1pPr>
          </a:lstStyle>
          <a:p>
            <a:fld id="{D88021E2-E97B-4976-AF53-1A9B1E45C5FA}" type="slidenum">
              <a:rPr lang="sv-SE" smtClean="0"/>
              <a:pPr/>
              <a:t>‹#›</a:t>
            </a:fld>
            <a:endParaRPr lang="sv-SE"/>
          </a:p>
        </p:txBody>
      </p:sp>
      <p:sp>
        <p:nvSpPr>
          <p:cNvPr id="2" name="Platshållare för innehåll 12">
            <a:extLst>
              <a:ext uri="{FF2B5EF4-FFF2-40B4-BE49-F238E27FC236}">
                <a16:creationId xmlns:a16="http://schemas.microsoft.com/office/drawing/2014/main" id="{25B3A412-A29D-9297-F1BD-3898538B9852}"/>
              </a:ext>
            </a:extLst>
          </p:cNvPr>
          <p:cNvSpPr>
            <a:spLocks noGrp="1"/>
          </p:cNvSpPr>
          <p:nvPr>
            <p:ph sz="quarter" idx="32"/>
          </p:nvPr>
        </p:nvSpPr>
        <p:spPr>
          <a:xfrm>
            <a:off x="6168215" y="3230151"/>
            <a:ext cx="5184000" cy="2984912"/>
          </a:xfrm>
        </p:spPr>
        <p:txBody>
          <a:bodyPr>
            <a:noAutofit/>
          </a:bodyPr>
          <a:lstStyle>
            <a:lvl1pPr marL="0" indent="0">
              <a:buNone/>
              <a:defRPr sz="2400"/>
            </a:lvl1pPr>
            <a:lvl2pPr>
              <a:defRPr sz="2000"/>
            </a:lvl2pPr>
            <a:lvl3pPr>
              <a:defRPr sz="1800"/>
            </a:lvl3pPr>
            <a:lvl4pPr>
              <a:defRPr sz="1800"/>
            </a:lvl4pPr>
            <a:lvl5pPr>
              <a:defRPr sz="1800"/>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3" name="Platshållare för innehåll 12">
            <a:extLst>
              <a:ext uri="{FF2B5EF4-FFF2-40B4-BE49-F238E27FC236}">
                <a16:creationId xmlns:a16="http://schemas.microsoft.com/office/drawing/2014/main" id="{BF0B90B8-FC78-3D3C-D026-F4AE9A11A697}"/>
              </a:ext>
            </a:extLst>
          </p:cNvPr>
          <p:cNvSpPr>
            <a:spLocks noGrp="1"/>
          </p:cNvSpPr>
          <p:nvPr>
            <p:ph sz="quarter" idx="14"/>
          </p:nvPr>
        </p:nvSpPr>
        <p:spPr>
          <a:xfrm>
            <a:off x="839785" y="3230151"/>
            <a:ext cx="5184000" cy="2984912"/>
          </a:xfrm>
        </p:spPr>
        <p:txBody>
          <a:bodyPr>
            <a:noAutofit/>
          </a:bodyPr>
          <a:lstStyle>
            <a:lvl1pPr marL="0" indent="0">
              <a:buNone/>
              <a:defRPr sz="2400"/>
            </a:lvl1pPr>
            <a:lvl2pPr>
              <a:defRPr sz="2000"/>
            </a:lvl2pPr>
            <a:lvl3pPr>
              <a:defRPr sz="1800"/>
            </a:lvl3pPr>
            <a:lvl4pPr>
              <a:defRPr sz="1800"/>
            </a:lvl4pPr>
            <a:lvl5pPr>
              <a:defRPr sz="1800"/>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8" name="Rubrik 7">
            <a:extLst>
              <a:ext uri="{FF2B5EF4-FFF2-40B4-BE49-F238E27FC236}">
                <a16:creationId xmlns:a16="http://schemas.microsoft.com/office/drawing/2014/main" id="{6B52B502-3D45-08B1-5BF4-FADCDCAACD11}"/>
              </a:ext>
            </a:extLst>
          </p:cNvPr>
          <p:cNvSpPr>
            <a:spLocks noGrp="1"/>
          </p:cNvSpPr>
          <p:nvPr>
            <p:ph type="title"/>
          </p:nvPr>
        </p:nvSpPr>
        <p:spPr>
          <a:xfrm>
            <a:off x="839788" y="1790006"/>
            <a:ext cx="10514012" cy="1325563"/>
          </a:xfrm>
        </p:spPr>
        <p:txBody>
          <a:bodyPr/>
          <a:lstStyle/>
          <a:p>
            <a:r>
              <a:rPr lang="sv-SE" dirty="0"/>
              <a:t>Klicka här för att ändra mall för rubrikformat</a:t>
            </a:r>
          </a:p>
        </p:txBody>
      </p:sp>
    </p:spTree>
    <p:extLst>
      <p:ext uri="{BB962C8B-B14F-4D97-AF65-F5344CB8AC3E}">
        <p14:creationId xmlns:p14="http://schemas.microsoft.com/office/powerpoint/2010/main" val="12765630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ycket text, grön, två spalter">
    <p:bg>
      <p:bgPr>
        <a:solidFill>
          <a:srgbClr val="DFEFEB"/>
        </a:solidFill>
        <a:effectLst/>
      </p:bgPr>
    </p:bg>
    <p:spTree>
      <p:nvGrpSpPr>
        <p:cNvPr id="1" name=""/>
        <p:cNvGrpSpPr/>
        <p:nvPr/>
      </p:nvGrpSpPr>
      <p:grpSpPr>
        <a:xfrm>
          <a:off x="0" y="0"/>
          <a:ext cx="0" cy="0"/>
          <a:chOff x="0" y="0"/>
          <a:chExt cx="0" cy="0"/>
        </a:xfrm>
      </p:grpSpPr>
      <p:sp>
        <p:nvSpPr>
          <p:cNvPr id="7" name="Platshållare för datum 3">
            <a:extLst>
              <a:ext uri="{FF2B5EF4-FFF2-40B4-BE49-F238E27FC236}">
                <a16:creationId xmlns:a16="http://schemas.microsoft.com/office/drawing/2014/main" id="{E8D30CB8-789E-E4EA-6C90-00D932559B63}"/>
              </a:ext>
            </a:extLst>
          </p:cNvPr>
          <p:cNvSpPr>
            <a:spLocks noGrp="1"/>
          </p:cNvSpPr>
          <p:nvPr>
            <p:ph type="dt" sz="half" idx="10"/>
          </p:nvPr>
        </p:nvSpPr>
        <p:spPr>
          <a:xfrm>
            <a:off x="838200" y="6356350"/>
            <a:ext cx="2743200" cy="365125"/>
          </a:xfrm>
        </p:spPr>
        <p:txBody>
          <a:bodyPr/>
          <a:lstStyle>
            <a:lvl1pPr>
              <a:defRPr>
                <a:solidFill>
                  <a:schemeClr val="accent2"/>
                </a:solidFill>
              </a:defRPr>
            </a:lvl1pPr>
          </a:lstStyle>
          <a:p>
            <a:fld id="{8E7D24E2-704C-4D37-BA3F-3A87B7C16133}" type="datetimeFigureOut">
              <a:rPr lang="sv-SE" smtClean="0"/>
              <a:pPr/>
              <a:t>2026-06-17</a:t>
            </a:fld>
            <a:endParaRPr lang="sv-SE"/>
          </a:p>
        </p:txBody>
      </p:sp>
      <p:sp>
        <p:nvSpPr>
          <p:cNvPr id="8" name="Platshållare för sidfot 4">
            <a:extLst>
              <a:ext uri="{FF2B5EF4-FFF2-40B4-BE49-F238E27FC236}">
                <a16:creationId xmlns:a16="http://schemas.microsoft.com/office/drawing/2014/main" id="{FDFABFDD-E413-3DD7-BDDB-A8B64EDAC9FA}"/>
              </a:ext>
            </a:extLst>
          </p:cNvPr>
          <p:cNvSpPr>
            <a:spLocks noGrp="1"/>
          </p:cNvSpPr>
          <p:nvPr>
            <p:ph type="ftr" sz="quarter" idx="11"/>
          </p:nvPr>
        </p:nvSpPr>
        <p:spPr>
          <a:xfrm>
            <a:off x="4038600" y="6356350"/>
            <a:ext cx="4114800" cy="365125"/>
          </a:xfrm>
        </p:spPr>
        <p:txBody>
          <a:bodyPr/>
          <a:lstStyle>
            <a:lvl1pPr>
              <a:defRPr>
                <a:solidFill>
                  <a:schemeClr val="accent2"/>
                </a:solidFill>
              </a:defRPr>
            </a:lvl1pPr>
          </a:lstStyle>
          <a:p>
            <a:endParaRPr lang="sv-SE"/>
          </a:p>
        </p:txBody>
      </p:sp>
      <p:sp>
        <p:nvSpPr>
          <p:cNvPr id="9" name="Platshållare för bildnummer 5">
            <a:extLst>
              <a:ext uri="{FF2B5EF4-FFF2-40B4-BE49-F238E27FC236}">
                <a16:creationId xmlns:a16="http://schemas.microsoft.com/office/drawing/2014/main" id="{73AE64A3-1937-C4AA-5206-D625D85D9E81}"/>
              </a:ext>
            </a:extLst>
          </p:cNvPr>
          <p:cNvSpPr>
            <a:spLocks noGrp="1"/>
          </p:cNvSpPr>
          <p:nvPr>
            <p:ph type="sldNum" sz="quarter" idx="12"/>
          </p:nvPr>
        </p:nvSpPr>
        <p:spPr>
          <a:xfrm>
            <a:off x="8610600" y="6356350"/>
            <a:ext cx="2743200" cy="365125"/>
          </a:xfrm>
        </p:spPr>
        <p:txBody>
          <a:bodyPr/>
          <a:lstStyle>
            <a:lvl1pPr>
              <a:defRPr>
                <a:solidFill>
                  <a:schemeClr val="accent2"/>
                </a:solidFill>
              </a:defRPr>
            </a:lvl1pPr>
          </a:lstStyle>
          <a:p>
            <a:fld id="{D88021E2-E97B-4976-AF53-1A9B1E45C5FA}" type="slidenum">
              <a:rPr lang="sv-SE" smtClean="0"/>
              <a:pPr/>
              <a:t>‹#›</a:t>
            </a:fld>
            <a:endParaRPr lang="sv-SE"/>
          </a:p>
        </p:txBody>
      </p:sp>
      <p:sp>
        <p:nvSpPr>
          <p:cNvPr id="2" name="Platshållare för innehåll 12">
            <a:extLst>
              <a:ext uri="{FF2B5EF4-FFF2-40B4-BE49-F238E27FC236}">
                <a16:creationId xmlns:a16="http://schemas.microsoft.com/office/drawing/2014/main" id="{1D55CA40-7361-81F2-0B05-FECEC4F76930}"/>
              </a:ext>
            </a:extLst>
          </p:cNvPr>
          <p:cNvSpPr>
            <a:spLocks noGrp="1"/>
          </p:cNvSpPr>
          <p:nvPr>
            <p:ph sz="quarter" idx="32"/>
          </p:nvPr>
        </p:nvSpPr>
        <p:spPr>
          <a:xfrm>
            <a:off x="6168215" y="3230151"/>
            <a:ext cx="5184000" cy="2984912"/>
          </a:xfrm>
        </p:spPr>
        <p:txBody>
          <a:bodyPr>
            <a:noAutofit/>
          </a:bodyPr>
          <a:lstStyle>
            <a:lvl1pPr marL="0" indent="0">
              <a:buNone/>
              <a:defRPr sz="2400">
                <a:solidFill>
                  <a:schemeClr val="accent2"/>
                </a:solidFill>
              </a:defRPr>
            </a:lvl1pPr>
            <a:lvl2pPr>
              <a:defRPr sz="20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3" name="Platshållare för innehåll 12">
            <a:extLst>
              <a:ext uri="{FF2B5EF4-FFF2-40B4-BE49-F238E27FC236}">
                <a16:creationId xmlns:a16="http://schemas.microsoft.com/office/drawing/2014/main" id="{DA37BD29-AA8A-C238-3D28-1D743952FD0B}"/>
              </a:ext>
            </a:extLst>
          </p:cNvPr>
          <p:cNvSpPr>
            <a:spLocks noGrp="1"/>
          </p:cNvSpPr>
          <p:nvPr>
            <p:ph sz="quarter" idx="14"/>
          </p:nvPr>
        </p:nvSpPr>
        <p:spPr>
          <a:xfrm>
            <a:off x="839785" y="3230151"/>
            <a:ext cx="5184000" cy="2984912"/>
          </a:xfrm>
        </p:spPr>
        <p:txBody>
          <a:bodyPr>
            <a:noAutofit/>
          </a:bodyPr>
          <a:lstStyle>
            <a:lvl1pPr marL="0" indent="0">
              <a:buNone/>
              <a:defRPr sz="2400">
                <a:solidFill>
                  <a:schemeClr val="accent2"/>
                </a:solidFill>
              </a:defRPr>
            </a:lvl1pPr>
            <a:lvl2pPr>
              <a:defRPr sz="20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Rubrik 7">
            <a:extLst>
              <a:ext uri="{FF2B5EF4-FFF2-40B4-BE49-F238E27FC236}">
                <a16:creationId xmlns:a16="http://schemas.microsoft.com/office/drawing/2014/main" id="{4CD932B0-ED03-661A-D301-7C5A9646CD97}"/>
              </a:ext>
            </a:extLst>
          </p:cNvPr>
          <p:cNvSpPr>
            <a:spLocks noGrp="1"/>
          </p:cNvSpPr>
          <p:nvPr>
            <p:ph type="title"/>
          </p:nvPr>
        </p:nvSpPr>
        <p:spPr>
          <a:xfrm>
            <a:off x="839788" y="1790006"/>
            <a:ext cx="10514012" cy="1325563"/>
          </a:xfrm>
        </p:spPr>
        <p:txBody>
          <a:bodyPr/>
          <a:lstStyle>
            <a:lvl1pPr>
              <a:defRPr>
                <a:solidFill>
                  <a:schemeClr val="accent2"/>
                </a:solidFill>
              </a:defRPr>
            </a:lvl1pPr>
          </a:lstStyle>
          <a:p>
            <a:r>
              <a:rPr lang="sv-SE" dirty="0"/>
              <a:t>Klicka här för att ändra mall för rubrikformat</a:t>
            </a:r>
          </a:p>
        </p:txBody>
      </p:sp>
    </p:spTree>
    <p:extLst>
      <p:ext uri="{BB962C8B-B14F-4D97-AF65-F5344CB8AC3E}">
        <p14:creationId xmlns:p14="http://schemas.microsoft.com/office/powerpoint/2010/main" val="20439491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och bild beige mönster">
    <p:bg>
      <p:bgPr>
        <a:solidFill>
          <a:srgbClr val="F7F2EB"/>
        </a:solidFill>
        <a:effectLst/>
      </p:bgPr>
    </p:bg>
    <p:spTree>
      <p:nvGrpSpPr>
        <p:cNvPr id="1" name=""/>
        <p:cNvGrpSpPr/>
        <p:nvPr/>
      </p:nvGrpSpPr>
      <p:grpSpPr>
        <a:xfrm>
          <a:off x="0" y="0"/>
          <a:ext cx="0" cy="0"/>
          <a:chOff x="0" y="0"/>
          <a:chExt cx="0" cy="0"/>
        </a:xfrm>
      </p:grpSpPr>
      <p:pic>
        <p:nvPicPr>
          <p:cNvPr id="8" name="Bildobjekt 7">
            <a:extLst>
              <a:ext uri="{FF2B5EF4-FFF2-40B4-BE49-F238E27FC236}">
                <a16:creationId xmlns:a16="http://schemas.microsoft.com/office/drawing/2014/main" id="{01ABBC49-21E0-373F-A6B4-8185757CE935}"/>
              </a:ext>
            </a:extLst>
          </p:cNvPr>
          <p:cNvPicPr>
            <a:picLocks noChangeAspect="1"/>
          </p:cNvPicPr>
          <p:nvPr/>
        </p:nvPicPr>
        <p:blipFill>
          <a:blip r:embed="rId2"/>
          <a:stretch>
            <a:fillRect/>
          </a:stretch>
        </p:blipFill>
        <p:spPr>
          <a:xfrm>
            <a:off x="6094222" y="0"/>
            <a:ext cx="6097300" cy="6858000"/>
          </a:xfrm>
          <a:prstGeom prst="rect">
            <a:avLst/>
          </a:prstGeom>
        </p:spPr>
      </p:pic>
      <p:sp>
        <p:nvSpPr>
          <p:cNvPr id="14" name="Platshållare för bild 13">
            <a:extLst>
              <a:ext uri="{FF2B5EF4-FFF2-40B4-BE49-F238E27FC236}">
                <a16:creationId xmlns:a16="http://schemas.microsoft.com/office/drawing/2014/main" id="{8F44279F-F020-30BA-8603-D33C2549D7E7}"/>
              </a:ext>
            </a:extLst>
          </p:cNvPr>
          <p:cNvSpPr>
            <a:spLocks noGrp="1"/>
          </p:cNvSpPr>
          <p:nvPr>
            <p:ph type="pic" sz="quarter" idx="20" hasCustomPrompt="1"/>
          </p:nvPr>
        </p:nvSpPr>
        <p:spPr>
          <a:xfrm>
            <a:off x="6514409" y="376890"/>
            <a:ext cx="5327072" cy="6104217"/>
          </a:xfrm>
        </p:spPr>
        <p:txBody>
          <a:bodyPr/>
          <a:lstStyle>
            <a:lvl1pPr marL="0" indent="0" algn="ctr">
              <a:buFont typeface="Arial" panose="020B0604020202020204" pitchFamily="34" charset="0"/>
              <a:buNone/>
              <a:defRPr sz="1800">
                <a:solidFill>
                  <a:schemeClr val="tx1"/>
                </a:solidFill>
              </a:defRPr>
            </a:lvl1pPr>
          </a:lstStyle>
          <a:p>
            <a:r>
              <a:rPr lang="sv-SE"/>
              <a:t>Klicka här för att infoga en bild</a:t>
            </a:r>
          </a:p>
        </p:txBody>
      </p:sp>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p>
            <a:fld id="{8E7D24E2-704C-4D37-BA3F-3A87B7C16133}" type="datetimeFigureOut">
              <a:rPr lang="sv-SE" smtClean="0"/>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p>
            <a:fld id="{D88021E2-E97B-4976-AF53-1A9B1E45C5FA}" type="slidenum">
              <a:rPr lang="sv-SE" smtClean="0"/>
              <a:t>‹#›</a:t>
            </a:fld>
            <a:endParaRPr lang="sv-SE"/>
          </a:p>
        </p:txBody>
      </p:sp>
      <p:sp>
        <p:nvSpPr>
          <p:cNvPr id="9" name="Platshållare för innehåll 14">
            <a:extLst>
              <a:ext uri="{FF2B5EF4-FFF2-40B4-BE49-F238E27FC236}">
                <a16:creationId xmlns:a16="http://schemas.microsoft.com/office/drawing/2014/main" id="{5AB5A336-49E3-5A5E-B253-A00D68398518}"/>
              </a:ext>
            </a:extLst>
          </p:cNvPr>
          <p:cNvSpPr>
            <a:spLocks noGrp="1"/>
          </p:cNvSpPr>
          <p:nvPr>
            <p:ph sz="quarter" idx="16"/>
          </p:nvPr>
        </p:nvSpPr>
        <p:spPr>
          <a:xfrm>
            <a:off x="839788" y="3187286"/>
            <a:ext cx="5021080" cy="3032539"/>
          </a:xfrm>
        </p:spPr>
        <p:txBody>
          <a:bodyPr>
            <a:noAutofit/>
          </a:bodyPr>
          <a:lstStyle>
            <a:lvl1pPr marL="342900" indent="-342900">
              <a:buFont typeface="Arial" panose="020B0604020202020204" pitchFamily="34" charset="0"/>
              <a:buChar char="•"/>
              <a:defRPr sz="2400">
                <a:solidFill>
                  <a:schemeClr val="tx1"/>
                </a:solidFill>
              </a:defRPr>
            </a:lvl1pPr>
            <a:lvl2pPr>
              <a:defRPr sz="20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7pPr>
              <a:defRPr>
                <a:solidFill>
                  <a:schemeClr val="tx1"/>
                </a:solidFill>
              </a:defRPr>
            </a:lvl7pPr>
            <a:lvl8pPr>
              <a:defRPr>
                <a:solidFill>
                  <a:schemeClr val="tx1"/>
                </a:solidFill>
              </a:defRPr>
            </a:lvl8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10" name="Rubrik 6">
            <a:extLst>
              <a:ext uri="{FF2B5EF4-FFF2-40B4-BE49-F238E27FC236}">
                <a16:creationId xmlns:a16="http://schemas.microsoft.com/office/drawing/2014/main" id="{E9AED1AD-122E-BA4C-BA6E-4B058C483679}"/>
              </a:ext>
            </a:extLst>
          </p:cNvPr>
          <p:cNvSpPr>
            <a:spLocks noGrp="1"/>
          </p:cNvSpPr>
          <p:nvPr>
            <p:ph type="title"/>
          </p:nvPr>
        </p:nvSpPr>
        <p:spPr>
          <a:xfrm>
            <a:off x="839788" y="1790006"/>
            <a:ext cx="5021080" cy="1325563"/>
          </a:xfrm>
        </p:spPr>
        <p:txBody>
          <a:bodyPr/>
          <a:lstStyle>
            <a:lvl1pPr>
              <a:defRPr>
                <a:solidFill>
                  <a:schemeClr val="tx1"/>
                </a:solidFill>
              </a:defRPr>
            </a:lvl1pPr>
          </a:lstStyle>
          <a:p>
            <a:r>
              <a:rPr lang="sv-SE" dirty="0"/>
              <a:t>Klicka här för att ändra mall</a:t>
            </a:r>
          </a:p>
        </p:txBody>
      </p:sp>
    </p:spTree>
    <p:extLst>
      <p:ext uri="{BB962C8B-B14F-4D97-AF65-F5344CB8AC3E}">
        <p14:creationId xmlns:p14="http://schemas.microsoft.com/office/powerpoint/2010/main" val="16134407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och bild rosa mönster">
    <p:bg>
      <p:bgPr>
        <a:solidFill>
          <a:srgbClr val="FFEBE8"/>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2"/>
                </a:solidFill>
              </a:defRPr>
            </a:lvl1pPr>
          </a:lstStyle>
          <a:p>
            <a:fld id="{D88021E2-E97B-4976-AF53-1A9B1E45C5FA}" type="slidenum">
              <a:rPr lang="sv-SE" smtClean="0"/>
              <a:pPr/>
              <a:t>‹#›</a:t>
            </a:fld>
            <a:endParaRPr lang="sv-SE"/>
          </a:p>
        </p:txBody>
      </p:sp>
      <p:pic>
        <p:nvPicPr>
          <p:cNvPr id="2" name="Bildobjekt 1">
            <a:extLst>
              <a:ext uri="{FF2B5EF4-FFF2-40B4-BE49-F238E27FC236}">
                <a16:creationId xmlns:a16="http://schemas.microsoft.com/office/drawing/2014/main" id="{D79BEFC1-A4F1-8794-D2F0-642A697EDBE1}"/>
              </a:ext>
            </a:extLst>
          </p:cNvPr>
          <p:cNvPicPr>
            <a:picLocks noChangeAspect="1"/>
          </p:cNvPicPr>
          <p:nvPr/>
        </p:nvPicPr>
        <p:blipFill>
          <a:blip r:embed="rId2"/>
          <a:stretch>
            <a:fillRect/>
          </a:stretch>
        </p:blipFill>
        <p:spPr>
          <a:xfrm flipV="1">
            <a:off x="6094700" y="0"/>
            <a:ext cx="6097300" cy="6858000"/>
          </a:xfrm>
          <a:prstGeom prst="rect">
            <a:avLst/>
          </a:prstGeom>
        </p:spPr>
      </p:pic>
      <p:sp>
        <p:nvSpPr>
          <p:cNvPr id="8" name="Platshållare för bild 13">
            <a:extLst>
              <a:ext uri="{FF2B5EF4-FFF2-40B4-BE49-F238E27FC236}">
                <a16:creationId xmlns:a16="http://schemas.microsoft.com/office/drawing/2014/main" id="{9EE42E22-25F5-D9D9-42ED-7A3D546B9115}"/>
              </a:ext>
            </a:extLst>
          </p:cNvPr>
          <p:cNvSpPr>
            <a:spLocks noGrp="1"/>
          </p:cNvSpPr>
          <p:nvPr>
            <p:ph type="pic" sz="quarter" idx="20" hasCustomPrompt="1"/>
          </p:nvPr>
        </p:nvSpPr>
        <p:spPr>
          <a:xfrm>
            <a:off x="6514409" y="376890"/>
            <a:ext cx="5327072" cy="6104217"/>
          </a:xfrm>
        </p:spPr>
        <p:txBody>
          <a:bodyPr/>
          <a:lstStyle>
            <a:lvl1pPr marL="0" indent="0" algn="ctr">
              <a:buFont typeface="Arial" panose="020B0604020202020204" pitchFamily="34" charset="0"/>
              <a:buNone/>
              <a:defRPr sz="1800">
                <a:solidFill>
                  <a:schemeClr val="tx2"/>
                </a:solidFill>
              </a:defRPr>
            </a:lvl1pPr>
          </a:lstStyle>
          <a:p>
            <a:r>
              <a:rPr lang="sv-SE"/>
              <a:t>Klicka här för att infoga en bild</a:t>
            </a:r>
          </a:p>
        </p:txBody>
      </p:sp>
      <p:sp>
        <p:nvSpPr>
          <p:cNvPr id="7" name="Platshållare för innehåll 14">
            <a:extLst>
              <a:ext uri="{FF2B5EF4-FFF2-40B4-BE49-F238E27FC236}">
                <a16:creationId xmlns:a16="http://schemas.microsoft.com/office/drawing/2014/main" id="{6D53D13E-CDF2-BA22-627F-C4B01AD8EA01}"/>
              </a:ext>
            </a:extLst>
          </p:cNvPr>
          <p:cNvSpPr>
            <a:spLocks noGrp="1"/>
          </p:cNvSpPr>
          <p:nvPr>
            <p:ph sz="quarter" idx="16"/>
          </p:nvPr>
        </p:nvSpPr>
        <p:spPr>
          <a:xfrm>
            <a:off x="839788" y="3187286"/>
            <a:ext cx="5021080" cy="3032539"/>
          </a:xfrm>
        </p:spPr>
        <p:txBody>
          <a:bodyPr>
            <a:noAutofit/>
          </a:bodyPr>
          <a:lstStyle>
            <a:lvl1pPr marL="342900" indent="-342900">
              <a:buFont typeface="Arial" panose="020B0604020202020204" pitchFamily="34" charset="0"/>
              <a:buChar char="•"/>
              <a:defRPr sz="2400">
                <a:solidFill>
                  <a:schemeClr val="tx2"/>
                </a:solidFill>
              </a:defRPr>
            </a:lvl1pPr>
            <a:lvl2pPr>
              <a:defRPr sz="2000">
                <a:solidFill>
                  <a:schemeClr val="tx2"/>
                </a:solidFill>
              </a:defRPr>
            </a:lvl2pPr>
            <a:lvl3pPr>
              <a:defRPr sz="1800">
                <a:solidFill>
                  <a:schemeClr val="tx2"/>
                </a:solidFill>
              </a:defRPr>
            </a:lvl3pPr>
            <a:lvl4pPr>
              <a:defRPr sz="1800">
                <a:solidFill>
                  <a:schemeClr val="tx2"/>
                </a:solidFill>
              </a:defRPr>
            </a:lvl4pPr>
            <a:lvl5pPr>
              <a:defRPr sz="1800">
                <a:solidFill>
                  <a:schemeClr val="tx2"/>
                </a:solidFill>
              </a:defRPr>
            </a:lvl5pPr>
            <a:lvl7pPr>
              <a:defRPr>
                <a:solidFill>
                  <a:schemeClr val="tx1"/>
                </a:solidFill>
              </a:defRPr>
            </a:lvl7pPr>
            <a:lvl8pPr>
              <a:defRPr>
                <a:solidFill>
                  <a:schemeClr val="tx1"/>
                </a:solidFill>
              </a:defRPr>
            </a:lvl8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10" name="Rubrik 6">
            <a:extLst>
              <a:ext uri="{FF2B5EF4-FFF2-40B4-BE49-F238E27FC236}">
                <a16:creationId xmlns:a16="http://schemas.microsoft.com/office/drawing/2014/main" id="{853FF7B9-93C1-5573-EA8E-62B7671E10F6}"/>
              </a:ext>
            </a:extLst>
          </p:cNvPr>
          <p:cNvSpPr>
            <a:spLocks noGrp="1"/>
          </p:cNvSpPr>
          <p:nvPr>
            <p:ph type="title"/>
          </p:nvPr>
        </p:nvSpPr>
        <p:spPr>
          <a:xfrm>
            <a:off x="839788" y="1790006"/>
            <a:ext cx="5021080" cy="1325563"/>
          </a:xfrm>
        </p:spPr>
        <p:txBody>
          <a:bodyPr/>
          <a:lstStyle>
            <a:lvl1pPr>
              <a:defRPr>
                <a:solidFill>
                  <a:schemeClr val="tx2"/>
                </a:solidFill>
              </a:defRPr>
            </a:lvl1pPr>
          </a:lstStyle>
          <a:p>
            <a:r>
              <a:rPr lang="sv-SE" dirty="0"/>
              <a:t>Klicka här för att ändra mall</a:t>
            </a:r>
          </a:p>
        </p:txBody>
      </p:sp>
    </p:spTree>
    <p:extLst>
      <p:ext uri="{BB962C8B-B14F-4D97-AF65-F5344CB8AC3E}">
        <p14:creationId xmlns:p14="http://schemas.microsoft.com/office/powerpoint/2010/main" val="16290613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och bild grön mönster">
    <p:bg>
      <p:bgPr>
        <a:solidFill>
          <a:srgbClr val="DFEF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accent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accent2"/>
                </a:solidFill>
              </a:defRPr>
            </a:lvl1pPr>
          </a:lstStyle>
          <a:p>
            <a:endParaRPr lang="sv-SE"/>
          </a:p>
        </p:txBody>
      </p:sp>
      <p:pic>
        <p:nvPicPr>
          <p:cNvPr id="2" name="Bildobjekt 1">
            <a:extLst>
              <a:ext uri="{FF2B5EF4-FFF2-40B4-BE49-F238E27FC236}">
                <a16:creationId xmlns:a16="http://schemas.microsoft.com/office/drawing/2014/main" id="{6C666CE9-23DE-0F51-98C1-9B6E6B1B24D1}"/>
              </a:ext>
            </a:extLst>
          </p:cNvPr>
          <p:cNvPicPr>
            <a:picLocks noChangeAspect="1"/>
          </p:cNvPicPr>
          <p:nvPr/>
        </p:nvPicPr>
        <p:blipFill>
          <a:blip r:embed="rId2"/>
          <a:stretch>
            <a:fillRect/>
          </a:stretch>
        </p:blipFill>
        <p:spPr>
          <a:xfrm>
            <a:off x="6096000" y="0"/>
            <a:ext cx="6165668" cy="6934898"/>
          </a:xfrm>
          <a:prstGeom prst="rect">
            <a:avLst/>
          </a:prstGeom>
        </p:spPr>
      </p:pic>
      <p:sp>
        <p:nvSpPr>
          <p:cNvPr id="3" name="Platshållare för bild 13">
            <a:extLst>
              <a:ext uri="{FF2B5EF4-FFF2-40B4-BE49-F238E27FC236}">
                <a16:creationId xmlns:a16="http://schemas.microsoft.com/office/drawing/2014/main" id="{4B53E081-AC3C-1E55-D486-0AAC4E53764A}"/>
              </a:ext>
            </a:extLst>
          </p:cNvPr>
          <p:cNvSpPr>
            <a:spLocks noGrp="1"/>
          </p:cNvSpPr>
          <p:nvPr>
            <p:ph type="pic" sz="quarter" idx="20" hasCustomPrompt="1"/>
          </p:nvPr>
        </p:nvSpPr>
        <p:spPr>
          <a:xfrm>
            <a:off x="6514409" y="376890"/>
            <a:ext cx="5327072" cy="6104217"/>
          </a:xfrm>
        </p:spPr>
        <p:txBody>
          <a:bodyPr/>
          <a:lstStyle>
            <a:lvl1pPr marL="0" indent="0" algn="ctr">
              <a:buFont typeface="Arial" panose="020B0604020202020204" pitchFamily="34" charset="0"/>
              <a:buNone/>
              <a:defRPr sz="1800">
                <a:solidFill>
                  <a:schemeClr val="accent2"/>
                </a:solidFill>
              </a:defRPr>
            </a:lvl1pPr>
          </a:lstStyle>
          <a:p>
            <a:r>
              <a:rPr lang="sv-SE"/>
              <a:t>Klicka här för att infoga en bild</a:t>
            </a:r>
          </a:p>
        </p:txBody>
      </p:sp>
      <p:sp>
        <p:nvSpPr>
          <p:cNvPr id="9" name="Platshållare för innehåll 14">
            <a:extLst>
              <a:ext uri="{FF2B5EF4-FFF2-40B4-BE49-F238E27FC236}">
                <a16:creationId xmlns:a16="http://schemas.microsoft.com/office/drawing/2014/main" id="{CF2C3A21-0C31-2CE0-AB30-297C8B6FF705}"/>
              </a:ext>
            </a:extLst>
          </p:cNvPr>
          <p:cNvSpPr>
            <a:spLocks noGrp="1"/>
          </p:cNvSpPr>
          <p:nvPr>
            <p:ph sz="quarter" idx="16"/>
          </p:nvPr>
        </p:nvSpPr>
        <p:spPr>
          <a:xfrm>
            <a:off x="839788" y="3187286"/>
            <a:ext cx="5021080" cy="3032539"/>
          </a:xfrm>
        </p:spPr>
        <p:txBody>
          <a:bodyPr>
            <a:noAutofit/>
          </a:bodyPr>
          <a:lstStyle>
            <a:lvl1pPr marL="342900" indent="-342900">
              <a:buFont typeface="Arial" panose="020B0604020202020204" pitchFamily="34" charset="0"/>
              <a:buChar char="•"/>
              <a:defRPr sz="2400">
                <a:solidFill>
                  <a:schemeClr val="accent2"/>
                </a:solidFill>
              </a:defRPr>
            </a:lvl1pPr>
            <a:lvl2pPr>
              <a:defRPr sz="20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vl7pPr>
              <a:defRPr>
                <a:solidFill>
                  <a:schemeClr val="tx1"/>
                </a:solidFill>
              </a:defRPr>
            </a:lvl7pPr>
            <a:lvl8pPr>
              <a:defRPr>
                <a:solidFill>
                  <a:schemeClr val="tx1"/>
                </a:solidFill>
              </a:defRPr>
            </a:lvl8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10" name="Rubrik 6">
            <a:extLst>
              <a:ext uri="{FF2B5EF4-FFF2-40B4-BE49-F238E27FC236}">
                <a16:creationId xmlns:a16="http://schemas.microsoft.com/office/drawing/2014/main" id="{4AD24534-B501-DA9D-78EE-64CC53C2ADA0}"/>
              </a:ext>
            </a:extLst>
          </p:cNvPr>
          <p:cNvSpPr>
            <a:spLocks noGrp="1"/>
          </p:cNvSpPr>
          <p:nvPr>
            <p:ph type="title"/>
          </p:nvPr>
        </p:nvSpPr>
        <p:spPr>
          <a:xfrm>
            <a:off x="839788" y="1790006"/>
            <a:ext cx="5021080" cy="1325563"/>
          </a:xfrm>
        </p:spPr>
        <p:txBody>
          <a:bodyPr/>
          <a:lstStyle>
            <a:lvl1pPr>
              <a:defRPr>
                <a:solidFill>
                  <a:schemeClr val="accent2"/>
                </a:solidFill>
              </a:defRPr>
            </a:lvl1pPr>
          </a:lstStyle>
          <a:p>
            <a:r>
              <a:rPr lang="sv-SE" dirty="0"/>
              <a:t>Klicka här för att ändra mall</a:t>
            </a:r>
          </a:p>
        </p:txBody>
      </p:sp>
    </p:spTree>
    <p:extLst>
      <p:ext uri="{BB962C8B-B14F-4D97-AF65-F5344CB8AC3E}">
        <p14:creationId xmlns:p14="http://schemas.microsoft.com/office/powerpoint/2010/main" val="29744123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och bild, beige med block">
    <p:bg>
      <p:bgPr>
        <a:solidFill>
          <a:srgbClr val="F7F2EB"/>
        </a:solid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7DE2381B-5024-3724-793D-74461D308E72}"/>
              </a:ext>
            </a:extLst>
          </p:cNvPr>
          <p:cNvSpPr/>
          <p:nvPr/>
        </p:nvSpPr>
        <p:spPr>
          <a:xfrm>
            <a:off x="6096000" y="0"/>
            <a:ext cx="6096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p>
            <a:fld id="{8E7D24E2-704C-4D37-BA3F-3A87B7C16133}" type="datetimeFigureOut">
              <a:rPr lang="sv-SE" smtClean="0"/>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p>
            <a:fld id="{D88021E2-E97B-4976-AF53-1A9B1E45C5FA}" type="slidenum">
              <a:rPr lang="sv-SE" smtClean="0"/>
              <a:t>‹#›</a:t>
            </a:fld>
            <a:endParaRPr lang="sv-SE"/>
          </a:p>
        </p:txBody>
      </p:sp>
      <p:sp>
        <p:nvSpPr>
          <p:cNvPr id="7" name="Platshållare för bild 13">
            <a:extLst>
              <a:ext uri="{FF2B5EF4-FFF2-40B4-BE49-F238E27FC236}">
                <a16:creationId xmlns:a16="http://schemas.microsoft.com/office/drawing/2014/main" id="{9F53C0D1-C45A-62E3-17F9-B2B696666C43}"/>
              </a:ext>
            </a:extLst>
          </p:cNvPr>
          <p:cNvSpPr>
            <a:spLocks noGrp="1"/>
          </p:cNvSpPr>
          <p:nvPr>
            <p:ph type="pic" sz="quarter" idx="20" hasCustomPrompt="1"/>
          </p:nvPr>
        </p:nvSpPr>
        <p:spPr>
          <a:xfrm>
            <a:off x="6514409" y="376890"/>
            <a:ext cx="5327072" cy="6104217"/>
          </a:xfrm>
        </p:spPr>
        <p:txBody>
          <a:bodyPr/>
          <a:lstStyle>
            <a:lvl1pPr marL="0" indent="0" algn="ctr">
              <a:buFont typeface="Arial" panose="020B0604020202020204" pitchFamily="34" charset="0"/>
              <a:buNone/>
              <a:defRPr sz="1800">
                <a:solidFill>
                  <a:schemeClr val="tx1"/>
                </a:solidFill>
              </a:defRPr>
            </a:lvl1pPr>
          </a:lstStyle>
          <a:p>
            <a:r>
              <a:rPr lang="sv-SE"/>
              <a:t>Klicka här för att infoga en bild</a:t>
            </a:r>
          </a:p>
        </p:txBody>
      </p:sp>
      <p:sp>
        <p:nvSpPr>
          <p:cNvPr id="3" name="Platshållare för innehåll 14">
            <a:extLst>
              <a:ext uri="{FF2B5EF4-FFF2-40B4-BE49-F238E27FC236}">
                <a16:creationId xmlns:a16="http://schemas.microsoft.com/office/drawing/2014/main" id="{BE6FB065-31B2-72C7-FD42-179975ECED11}"/>
              </a:ext>
            </a:extLst>
          </p:cNvPr>
          <p:cNvSpPr>
            <a:spLocks noGrp="1"/>
          </p:cNvSpPr>
          <p:nvPr>
            <p:ph sz="quarter" idx="16"/>
          </p:nvPr>
        </p:nvSpPr>
        <p:spPr>
          <a:xfrm>
            <a:off x="839788" y="3187286"/>
            <a:ext cx="5021080" cy="3032539"/>
          </a:xfrm>
        </p:spPr>
        <p:txBody>
          <a:bodyPr>
            <a:noAutofit/>
          </a:bodyPr>
          <a:lstStyle>
            <a:lvl1pPr marL="342900" indent="-342900">
              <a:buFont typeface="Arial" panose="020B0604020202020204" pitchFamily="34" charset="0"/>
              <a:buChar char="•"/>
              <a:defRPr sz="2400">
                <a:solidFill>
                  <a:schemeClr val="tx1"/>
                </a:solidFill>
              </a:defRPr>
            </a:lvl1pPr>
            <a:lvl2pPr>
              <a:defRPr sz="20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7pPr>
              <a:defRPr>
                <a:solidFill>
                  <a:schemeClr val="tx1"/>
                </a:solidFill>
              </a:defRPr>
            </a:lvl7pPr>
            <a:lvl8pPr>
              <a:defRPr>
                <a:solidFill>
                  <a:schemeClr val="tx1"/>
                </a:solidFill>
              </a:defRPr>
            </a:lvl8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9" name="Rubrik 6">
            <a:extLst>
              <a:ext uri="{FF2B5EF4-FFF2-40B4-BE49-F238E27FC236}">
                <a16:creationId xmlns:a16="http://schemas.microsoft.com/office/drawing/2014/main" id="{2350886F-6A51-C74E-4826-D1473D397B19}"/>
              </a:ext>
            </a:extLst>
          </p:cNvPr>
          <p:cNvSpPr>
            <a:spLocks noGrp="1"/>
          </p:cNvSpPr>
          <p:nvPr>
            <p:ph type="title"/>
          </p:nvPr>
        </p:nvSpPr>
        <p:spPr>
          <a:xfrm>
            <a:off x="839788" y="1790006"/>
            <a:ext cx="5021080" cy="1325563"/>
          </a:xfrm>
        </p:spPr>
        <p:txBody>
          <a:bodyPr/>
          <a:lstStyle>
            <a:lvl1pPr>
              <a:defRPr>
                <a:solidFill>
                  <a:schemeClr val="tx1"/>
                </a:solidFill>
              </a:defRPr>
            </a:lvl1pPr>
          </a:lstStyle>
          <a:p>
            <a:r>
              <a:rPr lang="sv-SE" dirty="0"/>
              <a:t>Klicka här för att ändra mall</a:t>
            </a:r>
          </a:p>
        </p:txBody>
      </p:sp>
    </p:spTree>
    <p:extLst>
      <p:ext uri="{BB962C8B-B14F-4D97-AF65-F5344CB8AC3E}">
        <p14:creationId xmlns:p14="http://schemas.microsoft.com/office/powerpoint/2010/main" val="18885064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och bild, rosa med block">
    <p:bg>
      <p:bgPr>
        <a:solidFill>
          <a:srgbClr val="FFEBE8"/>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C0D30CE9-F40A-F409-89EA-E427F48F6D08}"/>
              </a:ext>
            </a:extLst>
          </p:cNvPr>
          <p:cNvSpPr/>
          <p:nvPr/>
        </p:nvSpPr>
        <p:spPr>
          <a:xfrm>
            <a:off x="6096000" y="0"/>
            <a:ext cx="6096000"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800"/>
          </a:p>
        </p:txBody>
      </p:sp>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2"/>
                </a:solidFill>
              </a:defRPr>
            </a:lvl1pPr>
          </a:lstStyle>
          <a:p>
            <a:fld id="{D88021E2-E97B-4976-AF53-1A9B1E45C5FA}" type="slidenum">
              <a:rPr lang="sv-SE" smtClean="0"/>
              <a:pPr/>
              <a:t>‹#›</a:t>
            </a:fld>
            <a:endParaRPr lang="sv-SE"/>
          </a:p>
        </p:txBody>
      </p:sp>
      <p:sp>
        <p:nvSpPr>
          <p:cNvPr id="2" name="Platshållare för bild 13">
            <a:extLst>
              <a:ext uri="{FF2B5EF4-FFF2-40B4-BE49-F238E27FC236}">
                <a16:creationId xmlns:a16="http://schemas.microsoft.com/office/drawing/2014/main" id="{1B76F709-7D82-50D5-2A84-0A4761CFDFBE}"/>
              </a:ext>
            </a:extLst>
          </p:cNvPr>
          <p:cNvSpPr>
            <a:spLocks noGrp="1"/>
          </p:cNvSpPr>
          <p:nvPr>
            <p:ph type="pic" sz="quarter" idx="20" hasCustomPrompt="1"/>
          </p:nvPr>
        </p:nvSpPr>
        <p:spPr>
          <a:xfrm>
            <a:off x="6514409" y="376890"/>
            <a:ext cx="5327072" cy="6104217"/>
          </a:xfrm>
        </p:spPr>
        <p:txBody>
          <a:bodyPr/>
          <a:lstStyle>
            <a:lvl1pPr marL="0" indent="0" algn="ctr">
              <a:buFont typeface="Arial" panose="020B0604020202020204" pitchFamily="34" charset="0"/>
              <a:buNone/>
              <a:defRPr sz="1800">
                <a:solidFill>
                  <a:schemeClr val="bg1"/>
                </a:solidFill>
              </a:defRPr>
            </a:lvl1pPr>
          </a:lstStyle>
          <a:p>
            <a:r>
              <a:rPr lang="sv-SE" dirty="0"/>
              <a:t>Klicka här för att infoga en bild</a:t>
            </a:r>
          </a:p>
        </p:txBody>
      </p:sp>
      <p:sp>
        <p:nvSpPr>
          <p:cNvPr id="3" name="Platshållare för innehåll 14">
            <a:extLst>
              <a:ext uri="{FF2B5EF4-FFF2-40B4-BE49-F238E27FC236}">
                <a16:creationId xmlns:a16="http://schemas.microsoft.com/office/drawing/2014/main" id="{5174299B-059D-7934-70C4-E0E15E7567A1}"/>
              </a:ext>
            </a:extLst>
          </p:cNvPr>
          <p:cNvSpPr>
            <a:spLocks noGrp="1"/>
          </p:cNvSpPr>
          <p:nvPr>
            <p:ph sz="quarter" idx="16"/>
          </p:nvPr>
        </p:nvSpPr>
        <p:spPr>
          <a:xfrm>
            <a:off x="839788" y="3187286"/>
            <a:ext cx="5021080" cy="3032539"/>
          </a:xfrm>
        </p:spPr>
        <p:txBody>
          <a:bodyPr>
            <a:noAutofit/>
          </a:bodyPr>
          <a:lstStyle>
            <a:lvl1pPr marL="342900" indent="-342900">
              <a:buFont typeface="Arial" panose="020B0604020202020204" pitchFamily="34" charset="0"/>
              <a:buChar char="•"/>
              <a:defRPr sz="2400">
                <a:solidFill>
                  <a:schemeClr val="tx2"/>
                </a:solidFill>
              </a:defRPr>
            </a:lvl1pPr>
            <a:lvl2pPr>
              <a:defRPr sz="2000">
                <a:solidFill>
                  <a:schemeClr val="tx2"/>
                </a:solidFill>
              </a:defRPr>
            </a:lvl2pPr>
            <a:lvl3pPr>
              <a:defRPr sz="1800">
                <a:solidFill>
                  <a:schemeClr val="tx2"/>
                </a:solidFill>
              </a:defRPr>
            </a:lvl3pPr>
            <a:lvl4pPr>
              <a:defRPr sz="1800">
                <a:solidFill>
                  <a:schemeClr val="tx2"/>
                </a:solidFill>
              </a:defRPr>
            </a:lvl4pPr>
            <a:lvl5pPr>
              <a:defRPr sz="1800">
                <a:solidFill>
                  <a:schemeClr val="tx2"/>
                </a:solidFill>
              </a:defRPr>
            </a:lvl5pPr>
            <a:lvl7pPr>
              <a:defRPr>
                <a:solidFill>
                  <a:schemeClr val="tx1"/>
                </a:solidFill>
              </a:defRPr>
            </a:lvl7pPr>
            <a:lvl8pPr>
              <a:defRPr>
                <a:solidFill>
                  <a:schemeClr val="tx1"/>
                </a:solidFill>
              </a:defRPr>
            </a:lvl8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7" name="Rubrik 6">
            <a:extLst>
              <a:ext uri="{FF2B5EF4-FFF2-40B4-BE49-F238E27FC236}">
                <a16:creationId xmlns:a16="http://schemas.microsoft.com/office/drawing/2014/main" id="{A5DA7BF3-0E5C-3F18-CA6B-EE973B3702D9}"/>
              </a:ext>
            </a:extLst>
          </p:cNvPr>
          <p:cNvSpPr>
            <a:spLocks noGrp="1"/>
          </p:cNvSpPr>
          <p:nvPr>
            <p:ph type="title"/>
          </p:nvPr>
        </p:nvSpPr>
        <p:spPr>
          <a:xfrm>
            <a:off x="839788" y="1790006"/>
            <a:ext cx="5021080" cy="1325563"/>
          </a:xfrm>
        </p:spPr>
        <p:txBody>
          <a:bodyPr/>
          <a:lstStyle>
            <a:lvl1pPr>
              <a:defRPr>
                <a:solidFill>
                  <a:schemeClr val="tx2"/>
                </a:solidFill>
              </a:defRPr>
            </a:lvl1pPr>
          </a:lstStyle>
          <a:p>
            <a:r>
              <a:rPr lang="sv-SE" dirty="0"/>
              <a:t>Klicka här för att ändra mall</a:t>
            </a:r>
          </a:p>
        </p:txBody>
      </p:sp>
    </p:spTree>
    <p:extLst>
      <p:ext uri="{BB962C8B-B14F-4D97-AF65-F5344CB8AC3E}">
        <p14:creationId xmlns:p14="http://schemas.microsoft.com/office/powerpoint/2010/main" val="22744238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xt och bild, grön med block">
    <p:bg>
      <p:bgPr>
        <a:solidFill>
          <a:srgbClr val="DFEFEB"/>
        </a:solidFill>
        <a:effectLst/>
      </p:bgPr>
    </p:bg>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19BB7F16-8543-A273-09E5-EEBA0BE1CB4F}"/>
              </a:ext>
            </a:extLst>
          </p:cNvPr>
          <p:cNvSpPr/>
          <p:nvPr/>
        </p:nvSpPr>
        <p:spPr>
          <a:xfrm>
            <a:off x="6096000" y="0"/>
            <a:ext cx="6096000" cy="685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solidFill>
                <a:schemeClr val="accent6"/>
              </a:solidFill>
            </a:endParaRPr>
          </a:p>
        </p:txBody>
      </p:sp>
      <p:sp>
        <p:nvSpPr>
          <p:cNvPr id="10" name="Platshållare för datum 3">
            <a:extLst>
              <a:ext uri="{FF2B5EF4-FFF2-40B4-BE49-F238E27FC236}">
                <a16:creationId xmlns:a16="http://schemas.microsoft.com/office/drawing/2014/main" id="{86C6D0B1-B70E-9449-14BF-231EE28AF4BE}"/>
              </a:ext>
            </a:extLst>
          </p:cNvPr>
          <p:cNvSpPr>
            <a:spLocks noGrp="1"/>
          </p:cNvSpPr>
          <p:nvPr>
            <p:ph type="dt" sz="half" idx="10"/>
          </p:nvPr>
        </p:nvSpPr>
        <p:spPr>
          <a:xfrm>
            <a:off x="838200" y="6356350"/>
            <a:ext cx="2743200" cy="365125"/>
          </a:xfrm>
        </p:spPr>
        <p:txBody>
          <a:bodyPr/>
          <a:lstStyle>
            <a:lvl1pPr>
              <a:defRPr>
                <a:solidFill>
                  <a:schemeClr val="accent2"/>
                </a:solidFill>
              </a:defRPr>
            </a:lvl1pPr>
          </a:lstStyle>
          <a:p>
            <a:fld id="{8E7D24E2-704C-4D37-BA3F-3A87B7C16133}" type="datetimeFigureOut">
              <a:rPr lang="sv-SE" smtClean="0"/>
              <a:pPr/>
              <a:t>2026-06-17</a:t>
            </a:fld>
            <a:endParaRPr lang="sv-SE"/>
          </a:p>
        </p:txBody>
      </p:sp>
      <p:sp>
        <p:nvSpPr>
          <p:cNvPr id="11" name="Platshållare för sidfot 4">
            <a:extLst>
              <a:ext uri="{FF2B5EF4-FFF2-40B4-BE49-F238E27FC236}">
                <a16:creationId xmlns:a16="http://schemas.microsoft.com/office/drawing/2014/main" id="{613A9DEE-9566-F10D-8300-CBD08A0D5A8B}"/>
              </a:ext>
            </a:extLst>
          </p:cNvPr>
          <p:cNvSpPr>
            <a:spLocks noGrp="1"/>
          </p:cNvSpPr>
          <p:nvPr>
            <p:ph type="ftr" sz="quarter" idx="11"/>
          </p:nvPr>
        </p:nvSpPr>
        <p:spPr>
          <a:xfrm>
            <a:off x="4038600" y="6356350"/>
            <a:ext cx="4114800" cy="365125"/>
          </a:xfrm>
        </p:spPr>
        <p:txBody>
          <a:bodyPr/>
          <a:lstStyle>
            <a:lvl1pPr>
              <a:defRPr>
                <a:solidFill>
                  <a:schemeClr val="accent2"/>
                </a:solidFill>
              </a:defRPr>
            </a:lvl1pPr>
          </a:lstStyle>
          <a:p>
            <a:endParaRPr lang="sv-SE"/>
          </a:p>
        </p:txBody>
      </p:sp>
      <p:sp>
        <p:nvSpPr>
          <p:cNvPr id="12" name="Platshållare för bild 13">
            <a:extLst>
              <a:ext uri="{FF2B5EF4-FFF2-40B4-BE49-F238E27FC236}">
                <a16:creationId xmlns:a16="http://schemas.microsoft.com/office/drawing/2014/main" id="{2328BDCC-40CC-9841-F7CB-DD261C37DC76}"/>
              </a:ext>
            </a:extLst>
          </p:cNvPr>
          <p:cNvSpPr>
            <a:spLocks noGrp="1"/>
          </p:cNvSpPr>
          <p:nvPr>
            <p:ph type="pic" sz="quarter" idx="20" hasCustomPrompt="1"/>
          </p:nvPr>
        </p:nvSpPr>
        <p:spPr>
          <a:xfrm>
            <a:off x="6514409" y="376890"/>
            <a:ext cx="5327072" cy="6104217"/>
          </a:xfrm>
        </p:spPr>
        <p:txBody>
          <a:bodyPr/>
          <a:lstStyle>
            <a:lvl1pPr marL="0" indent="0" algn="ctr">
              <a:buFont typeface="Arial" panose="020B0604020202020204" pitchFamily="34" charset="0"/>
              <a:buNone/>
              <a:defRPr sz="1800">
                <a:solidFill>
                  <a:schemeClr val="accent2"/>
                </a:solidFill>
              </a:defRPr>
            </a:lvl1pPr>
          </a:lstStyle>
          <a:p>
            <a:r>
              <a:rPr lang="sv-SE"/>
              <a:t>Klicka här för att infoga en bild</a:t>
            </a:r>
          </a:p>
        </p:txBody>
      </p:sp>
      <p:sp>
        <p:nvSpPr>
          <p:cNvPr id="2" name="Platshållare för innehåll 14">
            <a:extLst>
              <a:ext uri="{FF2B5EF4-FFF2-40B4-BE49-F238E27FC236}">
                <a16:creationId xmlns:a16="http://schemas.microsoft.com/office/drawing/2014/main" id="{F30A7B16-302B-ADF4-BE30-7549E4327FD7}"/>
              </a:ext>
            </a:extLst>
          </p:cNvPr>
          <p:cNvSpPr>
            <a:spLocks noGrp="1"/>
          </p:cNvSpPr>
          <p:nvPr>
            <p:ph sz="quarter" idx="16"/>
          </p:nvPr>
        </p:nvSpPr>
        <p:spPr>
          <a:xfrm>
            <a:off x="839788" y="3187286"/>
            <a:ext cx="5021080" cy="3032539"/>
          </a:xfrm>
        </p:spPr>
        <p:txBody>
          <a:bodyPr>
            <a:noAutofit/>
          </a:bodyPr>
          <a:lstStyle>
            <a:lvl1pPr marL="342900" indent="-342900">
              <a:buFont typeface="Arial" panose="020B0604020202020204" pitchFamily="34" charset="0"/>
              <a:buChar char="•"/>
              <a:defRPr sz="2400">
                <a:solidFill>
                  <a:schemeClr val="accent2"/>
                </a:solidFill>
              </a:defRPr>
            </a:lvl1pPr>
            <a:lvl2pPr>
              <a:defRPr sz="20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vl7pPr>
              <a:defRPr>
                <a:solidFill>
                  <a:schemeClr val="tx1"/>
                </a:solidFill>
              </a:defRPr>
            </a:lvl7pPr>
            <a:lvl8pPr>
              <a:defRPr>
                <a:solidFill>
                  <a:schemeClr val="tx1"/>
                </a:solidFill>
              </a:defRPr>
            </a:lvl8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Rubrik 6">
            <a:extLst>
              <a:ext uri="{FF2B5EF4-FFF2-40B4-BE49-F238E27FC236}">
                <a16:creationId xmlns:a16="http://schemas.microsoft.com/office/drawing/2014/main" id="{4BF48EC8-622D-428E-2E64-52230F8E7DFC}"/>
              </a:ext>
            </a:extLst>
          </p:cNvPr>
          <p:cNvSpPr>
            <a:spLocks noGrp="1"/>
          </p:cNvSpPr>
          <p:nvPr>
            <p:ph type="title"/>
          </p:nvPr>
        </p:nvSpPr>
        <p:spPr>
          <a:xfrm>
            <a:off x="839788" y="1790006"/>
            <a:ext cx="5021080" cy="1325563"/>
          </a:xfrm>
        </p:spPr>
        <p:txBody>
          <a:bodyPr/>
          <a:lstStyle>
            <a:lvl1pPr>
              <a:defRPr>
                <a:solidFill>
                  <a:schemeClr val="accent2"/>
                </a:solidFill>
              </a:defRPr>
            </a:lvl1pPr>
          </a:lstStyle>
          <a:p>
            <a:r>
              <a:rPr lang="sv-SE" dirty="0"/>
              <a:t>Klicka här för att ändra mall</a:t>
            </a:r>
          </a:p>
        </p:txBody>
      </p:sp>
    </p:spTree>
    <p:extLst>
      <p:ext uri="{BB962C8B-B14F-4D97-AF65-F5344CB8AC3E}">
        <p14:creationId xmlns:p14="http://schemas.microsoft.com/office/powerpoint/2010/main" val="2374566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ext och bild, beige">
    <p:bg>
      <p:bgPr>
        <a:solidFill>
          <a:srgbClr val="F7F2EB"/>
        </a:solidFill>
        <a:effectLst/>
      </p:bgPr>
    </p:bg>
    <p:spTree>
      <p:nvGrpSpPr>
        <p:cNvPr id="1" name=""/>
        <p:cNvGrpSpPr/>
        <p:nvPr/>
      </p:nvGrpSpPr>
      <p:grpSpPr>
        <a:xfrm>
          <a:off x="0" y="0"/>
          <a:ext cx="0" cy="0"/>
          <a:chOff x="0" y="0"/>
          <a:chExt cx="0" cy="0"/>
        </a:xfrm>
      </p:grpSpPr>
      <p:sp>
        <p:nvSpPr>
          <p:cNvPr id="2" name="Platshållare för datum 3">
            <a:extLst>
              <a:ext uri="{FF2B5EF4-FFF2-40B4-BE49-F238E27FC236}">
                <a16:creationId xmlns:a16="http://schemas.microsoft.com/office/drawing/2014/main" id="{6E95EEFA-C4DE-898A-8955-128E0E03CF3B}"/>
              </a:ext>
            </a:extLst>
          </p:cNvPr>
          <p:cNvSpPr>
            <a:spLocks noGrp="1"/>
          </p:cNvSpPr>
          <p:nvPr>
            <p:ph type="dt" sz="half" idx="10"/>
          </p:nvPr>
        </p:nvSpPr>
        <p:spPr>
          <a:xfrm>
            <a:off x="838200" y="6356350"/>
            <a:ext cx="2743200" cy="365125"/>
          </a:xfrm>
        </p:spPr>
        <p:txBody>
          <a:bodyPr/>
          <a:lstStyle/>
          <a:p>
            <a:fld id="{8E7D24E2-704C-4D37-BA3F-3A87B7C16133}" type="datetimeFigureOut">
              <a:rPr lang="sv-SE" smtClean="0"/>
              <a:t>2026-06-17</a:t>
            </a:fld>
            <a:endParaRPr lang="sv-SE"/>
          </a:p>
        </p:txBody>
      </p:sp>
      <p:sp>
        <p:nvSpPr>
          <p:cNvPr id="3" name="Platshållare för sidfot 4">
            <a:extLst>
              <a:ext uri="{FF2B5EF4-FFF2-40B4-BE49-F238E27FC236}">
                <a16:creationId xmlns:a16="http://schemas.microsoft.com/office/drawing/2014/main" id="{1AC4C891-A44B-7014-6012-BB5A65CB3797}"/>
              </a:ext>
            </a:extLst>
          </p:cNvPr>
          <p:cNvSpPr>
            <a:spLocks noGrp="1"/>
          </p:cNvSpPr>
          <p:nvPr>
            <p:ph type="ftr" sz="quarter" idx="11"/>
          </p:nvPr>
        </p:nvSpPr>
        <p:spPr>
          <a:xfrm>
            <a:off x="4038600" y="6356350"/>
            <a:ext cx="4114800" cy="365125"/>
          </a:xfrm>
        </p:spPr>
        <p:txBody>
          <a:bodyPr/>
          <a:lstStyle/>
          <a:p>
            <a:endParaRPr lang="sv-SE"/>
          </a:p>
        </p:txBody>
      </p:sp>
      <p:sp>
        <p:nvSpPr>
          <p:cNvPr id="7" name="Platshållare för bildnummer 5">
            <a:extLst>
              <a:ext uri="{FF2B5EF4-FFF2-40B4-BE49-F238E27FC236}">
                <a16:creationId xmlns:a16="http://schemas.microsoft.com/office/drawing/2014/main" id="{E1ABAC55-46F4-53CD-B8D4-0CE4E0E46548}"/>
              </a:ext>
            </a:extLst>
          </p:cNvPr>
          <p:cNvSpPr>
            <a:spLocks noGrp="1"/>
          </p:cNvSpPr>
          <p:nvPr>
            <p:ph type="sldNum" sz="quarter" idx="12"/>
          </p:nvPr>
        </p:nvSpPr>
        <p:spPr>
          <a:xfrm>
            <a:off x="8610600" y="6356350"/>
            <a:ext cx="2743200" cy="365125"/>
          </a:xfrm>
        </p:spPr>
        <p:txBody>
          <a:bodyPr/>
          <a:lstStyle/>
          <a:p>
            <a:fld id="{D88021E2-E97B-4976-AF53-1A9B1E45C5FA}" type="slidenum">
              <a:rPr lang="sv-SE" smtClean="0"/>
              <a:t>‹#›</a:t>
            </a:fld>
            <a:endParaRPr lang="sv-SE"/>
          </a:p>
        </p:txBody>
      </p:sp>
      <p:sp>
        <p:nvSpPr>
          <p:cNvPr id="13" name="Platshållare för bild 13">
            <a:extLst>
              <a:ext uri="{FF2B5EF4-FFF2-40B4-BE49-F238E27FC236}">
                <a16:creationId xmlns:a16="http://schemas.microsoft.com/office/drawing/2014/main" id="{912A2B5C-FE94-AFC1-3C99-CF408AB3C91B}"/>
              </a:ext>
            </a:extLst>
          </p:cNvPr>
          <p:cNvSpPr>
            <a:spLocks noGrp="1"/>
          </p:cNvSpPr>
          <p:nvPr>
            <p:ph type="pic" sz="quarter" idx="20" hasCustomPrompt="1"/>
          </p:nvPr>
        </p:nvSpPr>
        <p:spPr>
          <a:xfrm>
            <a:off x="6096000" y="0"/>
            <a:ext cx="6096000" cy="6858000"/>
          </a:xfrm>
        </p:spPr>
        <p:txBody>
          <a:bodyPr/>
          <a:lstStyle>
            <a:lvl1pPr marL="0" indent="0" algn="ctr">
              <a:buFont typeface="Arial" panose="020B0604020202020204" pitchFamily="34" charset="0"/>
              <a:buNone/>
              <a:defRPr sz="1800">
                <a:solidFill>
                  <a:schemeClr val="tx1"/>
                </a:solidFill>
              </a:defRPr>
            </a:lvl1pPr>
          </a:lstStyle>
          <a:p>
            <a:r>
              <a:rPr lang="sv-SE"/>
              <a:t>Klicka här för att infoga en bild</a:t>
            </a:r>
          </a:p>
        </p:txBody>
      </p:sp>
      <p:sp>
        <p:nvSpPr>
          <p:cNvPr id="4" name="Platshållare för innehåll 14">
            <a:extLst>
              <a:ext uri="{FF2B5EF4-FFF2-40B4-BE49-F238E27FC236}">
                <a16:creationId xmlns:a16="http://schemas.microsoft.com/office/drawing/2014/main" id="{CB060EDB-A19A-E734-1547-F5F5984A06E7}"/>
              </a:ext>
            </a:extLst>
          </p:cNvPr>
          <p:cNvSpPr>
            <a:spLocks noGrp="1"/>
          </p:cNvSpPr>
          <p:nvPr>
            <p:ph sz="quarter" idx="16"/>
          </p:nvPr>
        </p:nvSpPr>
        <p:spPr>
          <a:xfrm>
            <a:off x="839788" y="3187286"/>
            <a:ext cx="5021080" cy="3032539"/>
          </a:xfrm>
        </p:spPr>
        <p:txBody>
          <a:bodyPr>
            <a:noAutofit/>
          </a:bodyPr>
          <a:lstStyle>
            <a:lvl1pPr marL="342900" indent="-342900">
              <a:buFont typeface="Arial" panose="020B0604020202020204" pitchFamily="34" charset="0"/>
              <a:buChar char="•"/>
              <a:defRPr sz="2400">
                <a:solidFill>
                  <a:schemeClr val="tx1"/>
                </a:solidFill>
              </a:defRPr>
            </a:lvl1pPr>
            <a:lvl2pPr>
              <a:defRPr sz="20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7pPr>
              <a:defRPr>
                <a:solidFill>
                  <a:schemeClr val="tx1"/>
                </a:solidFill>
              </a:defRPr>
            </a:lvl7pPr>
            <a:lvl8pPr>
              <a:defRPr>
                <a:solidFill>
                  <a:schemeClr val="tx1"/>
                </a:solidFill>
              </a:defRPr>
            </a:lvl8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5" name="Rubrik 6">
            <a:extLst>
              <a:ext uri="{FF2B5EF4-FFF2-40B4-BE49-F238E27FC236}">
                <a16:creationId xmlns:a16="http://schemas.microsoft.com/office/drawing/2014/main" id="{C6181E9E-0799-FDA0-EA20-ED7128B07003}"/>
              </a:ext>
            </a:extLst>
          </p:cNvPr>
          <p:cNvSpPr>
            <a:spLocks noGrp="1"/>
          </p:cNvSpPr>
          <p:nvPr>
            <p:ph type="title"/>
          </p:nvPr>
        </p:nvSpPr>
        <p:spPr>
          <a:xfrm>
            <a:off x="839788" y="1790006"/>
            <a:ext cx="5021080" cy="1325563"/>
          </a:xfrm>
        </p:spPr>
        <p:txBody>
          <a:bodyPr/>
          <a:lstStyle>
            <a:lvl1pPr>
              <a:defRPr>
                <a:solidFill>
                  <a:schemeClr val="tx1"/>
                </a:solidFill>
              </a:defRPr>
            </a:lvl1pPr>
          </a:lstStyle>
          <a:p>
            <a:r>
              <a:rPr lang="sv-SE" dirty="0"/>
              <a:t>Klicka här för att ändra mall</a:t>
            </a:r>
          </a:p>
        </p:txBody>
      </p:sp>
    </p:spTree>
    <p:extLst>
      <p:ext uri="{BB962C8B-B14F-4D97-AF65-F5344CB8AC3E}">
        <p14:creationId xmlns:p14="http://schemas.microsoft.com/office/powerpoint/2010/main" val="3737874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ext och bild, rosa">
    <p:bg>
      <p:bgPr>
        <a:solidFill>
          <a:srgbClr val="FFEBE8"/>
        </a:solidFill>
        <a:effectLst/>
      </p:bgPr>
    </p:bg>
    <p:spTree>
      <p:nvGrpSpPr>
        <p:cNvPr id="1" name=""/>
        <p:cNvGrpSpPr/>
        <p:nvPr/>
      </p:nvGrpSpPr>
      <p:grpSpPr>
        <a:xfrm>
          <a:off x="0" y="0"/>
          <a:ext cx="0" cy="0"/>
          <a:chOff x="0" y="0"/>
          <a:chExt cx="0" cy="0"/>
        </a:xfrm>
      </p:grpSpPr>
      <p:sp>
        <p:nvSpPr>
          <p:cNvPr id="3" name="Platshållare för datum 3">
            <a:extLst>
              <a:ext uri="{FF2B5EF4-FFF2-40B4-BE49-F238E27FC236}">
                <a16:creationId xmlns:a16="http://schemas.microsoft.com/office/drawing/2014/main" id="{A7961AE8-1194-CADD-E3CC-2F9071B85045}"/>
              </a:ext>
            </a:extLst>
          </p:cNvPr>
          <p:cNvSpPr>
            <a:spLocks noGrp="1"/>
          </p:cNvSpPr>
          <p:nvPr>
            <p:ph type="dt" sz="half" idx="10"/>
          </p:nvPr>
        </p:nvSpPr>
        <p:spPr>
          <a:xfrm>
            <a:off x="838200" y="6356350"/>
            <a:ext cx="2743200" cy="365125"/>
          </a:xfrm>
        </p:spPr>
        <p:txBody>
          <a:bodyPr/>
          <a:lstStyle>
            <a:lvl1pPr>
              <a:defRPr>
                <a:solidFill>
                  <a:schemeClr val="tx2"/>
                </a:solidFill>
              </a:defRPr>
            </a:lvl1pPr>
          </a:lstStyle>
          <a:p>
            <a:fld id="{8E7D24E2-704C-4D37-BA3F-3A87B7C16133}" type="datetimeFigureOut">
              <a:rPr lang="sv-SE" smtClean="0"/>
              <a:pPr/>
              <a:t>2026-06-17</a:t>
            </a:fld>
            <a:endParaRPr lang="sv-SE"/>
          </a:p>
        </p:txBody>
      </p:sp>
      <p:sp>
        <p:nvSpPr>
          <p:cNvPr id="7" name="Platshållare för sidfot 4">
            <a:extLst>
              <a:ext uri="{FF2B5EF4-FFF2-40B4-BE49-F238E27FC236}">
                <a16:creationId xmlns:a16="http://schemas.microsoft.com/office/drawing/2014/main" id="{DE94F43E-6929-15B5-99AE-80B1A43B5392}"/>
              </a:ext>
            </a:extLst>
          </p:cNvPr>
          <p:cNvSpPr>
            <a:spLocks noGrp="1"/>
          </p:cNvSpPr>
          <p:nvPr>
            <p:ph type="ftr" sz="quarter" idx="11"/>
          </p:nvPr>
        </p:nvSpPr>
        <p:spPr>
          <a:xfrm>
            <a:off x="4038600" y="6356350"/>
            <a:ext cx="4114800" cy="365125"/>
          </a:xfrm>
        </p:spPr>
        <p:txBody>
          <a:bodyPr/>
          <a:lstStyle>
            <a:lvl1pPr>
              <a:defRPr>
                <a:solidFill>
                  <a:schemeClr val="tx2"/>
                </a:solidFill>
              </a:defRPr>
            </a:lvl1pPr>
          </a:lstStyle>
          <a:p>
            <a:endParaRPr lang="sv-SE"/>
          </a:p>
        </p:txBody>
      </p:sp>
      <p:sp>
        <p:nvSpPr>
          <p:cNvPr id="8" name="Platshållare för bildnummer 5">
            <a:extLst>
              <a:ext uri="{FF2B5EF4-FFF2-40B4-BE49-F238E27FC236}">
                <a16:creationId xmlns:a16="http://schemas.microsoft.com/office/drawing/2014/main" id="{96A79054-E7C8-4DD6-5F6F-D60AE052A237}"/>
              </a:ext>
            </a:extLst>
          </p:cNvPr>
          <p:cNvSpPr>
            <a:spLocks noGrp="1"/>
          </p:cNvSpPr>
          <p:nvPr>
            <p:ph type="sldNum" sz="quarter" idx="12"/>
          </p:nvPr>
        </p:nvSpPr>
        <p:spPr>
          <a:xfrm>
            <a:off x="8610600" y="6356350"/>
            <a:ext cx="2743200" cy="365125"/>
          </a:xfrm>
        </p:spPr>
        <p:txBody>
          <a:bodyPr/>
          <a:lstStyle>
            <a:lvl1pPr>
              <a:defRPr>
                <a:solidFill>
                  <a:schemeClr val="tx2"/>
                </a:solidFill>
              </a:defRPr>
            </a:lvl1pPr>
          </a:lstStyle>
          <a:p>
            <a:fld id="{D88021E2-E97B-4976-AF53-1A9B1E45C5FA}" type="slidenum">
              <a:rPr lang="sv-SE" smtClean="0"/>
              <a:pPr/>
              <a:t>‹#›</a:t>
            </a:fld>
            <a:endParaRPr lang="sv-SE"/>
          </a:p>
        </p:txBody>
      </p:sp>
      <p:sp>
        <p:nvSpPr>
          <p:cNvPr id="12" name="Platshållare för bild 13">
            <a:extLst>
              <a:ext uri="{FF2B5EF4-FFF2-40B4-BE49-F238E27FC236}">
                <a16:creationId xmlns:a16="http://schemas.microsoft.com/office/drawing/2014/main" id="{31ACA0B6-56B0-4AF1-9F9B-A5044AF7FDEB}"/>
              </a:ext>
            </a:extLst>
          </p:cNvPr>
          <p:cNvSpPr>
            <a:spLocks noGrp="1"/>
          </p:cNvSpPr>
          <p:nvPr>
            <p:ph type="pic" sz="quarter" idx="20" hasCustomPrompt="1"/>
          </p:nvPr>
        </p:nvSpPr>
        <p:spPr>
          <a:xfrm>
            <a:off x="6096000" y="0"/>
            <a:ext cx="6096000" cy="6858000"/>
          </a:xfrm>
        </p:spPr>
        <p:txBody>
          <a:bodyPr/>
          <a:lstStyle>
            <a:lvl1pPr marL="0" indent="0" algn="ctr">
              <a:buFont typeface="Arial" panose="020B0604020202020204" pitchFamily="34" charset="0"/>
              <a:buNone/>
              <a:defRPr sz="1800">
                <a:solidFill>
                  <a:schemeClr val="tx2"/>
                </a:solidFill>
              </a:defRPr>
            </a:lvl1pPr>
          </a:lstStyle>
          <a:p>
            <a:r>
              <a:rPr lang="sv-SE"/>
              <a:t>Klicka här för att infoga en bild</a:t>
            </a:r>
          </a:p>
        </p:txBody>
      </p:sp>
      <p:sp>
        <p:nvSpPr>
          <p:cNvPr id="2" name="Platshållare för innehåll 14">
            <a:extLst>
              <a:ext uri="{FF2B5EF4-FFF2-40B4-BE49-F238E27FC236}">
                <a16:creationId xmlns:a16="http://schemas.microsoft.com/office/drawing/2014/main" id="{98E870A5-E828-2F77-099B-7ED2B243AC25}"/>
              </a:ext>
            </a:extLst>
          </p:cNvPr>
          <p:cNvSpPr>
            <a:spLocks noGrp="1"/>
          </p:cNvSpPr>
          <p:nvPr>
            <p:ph sz="quarter" idx="16"/>
          </p:nvPr>
        </p:nvSpPr>
        <p:spPr>
          <a:xfrm>
            <a:off x="839788" y="3187286"/>
            <a:ext cx="5021080" cy="3032539"/>
          </a:xfrm>
        </p:spPr>
        <p:txBody>
          <a:bodyPr>
            <a:noAutofit/>
          </a:bodyPr>
          <a:lstStyle>
            <a:lvl1pPr marL="342900" indent="-342900">
              <a:buFont typeface="Arial" panose="020B0604020202020204" pitchFamily="34" charset="0"/>
              <a:buChar char="•"/>
              <a:defRPr sz="2400">
                <a:solidFill>
                  <a:schemeClr val="tx2"/>
                </a:solidFill>
              </a:defRPr>
            </a:lvl1pPr>
            <a:lvl2pPr>
              <a:defRPr sz="2000">
                <a:solidFill>
                  <a:schemeClr val="tx2"/>
                </a:solidFill>
              </a:defRPr>
            </a:lvl2pPr>
            <a:lvl3pPr>
              <a:defRPr sz="1800">
                <a:solidFill>
                  <a:schemeClr val="tx2"/>
                </a:solidFill>
              </a:defRPr>
            </a:lvl3pPr>
            <a:lvl4pPr>
              <a:defRPr sz="1800">
                <a:solidFill>
                  <a:schemeClr val="tx2"/>
                </a:solidFill>
              </a:defRPr>
            </a:lvl4pPr>
            <a:lvl5pPr>
              <a:defRPr sz="1800">
                <a:solidFill>
                  <a:schemeClr val="tx2"/>
                </a:solidFill>
              </a:defRPr>
            </a:lvl5pPr>
            <a:lvl7pPr>
              <a:defRPr>
                <a:solidFill>
                  <a:schemeClr val="tx1"/>
                </a:solidFill>
              </a:defRPr>
            </a:lvl7pPr>
            <a:lvl8pPr>
              <a:defRPr>
                <a:solidFill>
                  <a:schemeClr val="tx1"/>
                </a:solidFill>
              </a:defRPr>
            </a:lvl8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Rubrik 6">
            <a:extLst>
              <a:ext uri="{FF2B5EF4-FFF2-40B4-BE49-F238E27FC236}">
                <a16:creationId xmlns:a16="http://schemas.microsoft.com/office/drawing/2014/main" id="{AE47CF41-EDC6-033F-C77E-3B01E1F9702A}"/>
              </a:ext>
            </a:extLst>
          </p:cNvPr>
          <p:cNvSpPr>
            <a:spLocks noGrp="1"/>
          </p:cNvSpPr>
          <p:nvPr>
            <p:ph type="title"/>
          </p:nvPr>
        </p:nvSpPr>
        <p:spPr>
          <a:xfrm>
            <a:off x="839788" y="1790006"/>
            <a:ext cx="5021080" cy="1325563"/>
          </a:xfrm>
        </p:spPr>
        <p:txBody>
          <a:bodyPr/>
          <a:lstStyle>
            <a:lvl1pPr>
              <a:defRPr>
                <a:solidFill>
                  <a:schemeClr val="tx2"/>
                </a:solidFill>
              </a:defRPr>
            </a:lvl1pPr>
          </a:lstStyle>
          <a:p>
            <a:r>
              <a:rPr lang="sv-SE" dirty="0"/>
              <a:t>Klicka här för att ändra mall</a:t>
            </a:r>
          </a:p>
        </p:txBody>
      </p:sp>
    </p:spTree>
    <p:extLst>
      <p:ext uri="{BB962C8B-B14F-4D97-AF65-F5344CB8AC3E}">
        <p14:creationId xmlns:p14="http://schemas.microsoft.com/office/powerpoint/2010/main" val="209723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ext och bild, grön">
    <p:bg>
      <p:bgPr>
        <a:solidFill>
          <a:srgbClr val="DFEFEB"/>
        </a:solidFill>
        <a:effectLst/>
      </p:bgPr>
    </p:bg>
    <p:spTree>
      <p:nvGrpSpPr>
        <p:cNvPr id="1" name=""/>
        <p:cNvGrpSpPr/>
        <p:nvPr/>
      </p:nvGrpSpPr>
      <p:grpSpPr>
        <a:xfrm>
          <a:off x="0" y="0"/>
          <a:ext cx="0" cy="0"/>
          <a:chOff x="0" y="0"/>
          <a:chExt cx="0" cy="0"/>
        </a:xfrm>
      </p:grpSpPr>
      <p:sp>
        <p:nvSpPr>
          <p:cNvPr id="3" name="Platshållare för datum 3">
            <a:extLst>
              <a:ext uri="{FF2B5EF4-FFF2-40B4-BE49-F238E27FC236}">
                <a16:creationId xmlns:a16="http://schemas.microsoft.com/office/drawing/2014/main" id="{5132DA52-17F5-737C-098A-2A0B9B860C22}"/>
              </a:ext>
            </a:extLst>
          </p:cNvPr>
          <p:cNvSpPr>
            <a:spLocks noGrp="1"/>
          </p:cNvSpPr>
          <p:nvPr>
            <p:ph type="dt" sz="half" idx="10"/>
          </p:nvPr>
        </p:nvSpPr>
        <p:spPr>
          <a:xfrm>
            <a:off x="838200" y="6356350"/>
            <a:ext cx="2743200" cy="365125"/>
          </a:xfrm>
        </p:spPr>
        <p:txBody>
          <a:bodyPr/>
          <a:lstStyle>
            <a:lvl1pPr>
              <a:defRPr>
                <a:solidFill>
                  <a:schemeClr val="accent2"/>
                </a:solidFill>
              </a:defRPr>
            </a:lvl1pPr>
          </a:lstStyle>
          <a:p>
            <a:fld id="{8E7D24E2-704C-4D37-BA3F-3A87B7C16133}" type="datetimeFigureOut">
              <a:rPr lang="sv-SE" smtClean="0"/>
              <a:pPr/>
              <a:t>2026-06-17</a:t>
            </a:fld>
            <a:endParaRPr lang="sv-SE"/>
          </a:p>
        </p:txBody>
      </p:sp>
      <p:sp>
        <p:nvSpPr>
          <p:cNvPr id="8" name="Platshållare för sidfot 4">
            <a:extLst>
              <a:ext uri="{FF2B5EF4-FFF2-40B4-BE49-F238E27FC236}">
                <a16:creationId xmlns:a16="http://schemas.microsoft.com/office/drawing/2014/main" id="{5D8C1904-BB09-D7A1-D1E5-5BFD7494DD00}"/>
              </a:ext>
            </a:extLst>
          </p:cNvPr>
          <p:cNvSpPr>
            <a:spLocks noGrp="1"/>
          </p:cNvSpPr>
          <p:nvPr>
            <p:ph type="ftr" sz="quarter" idx="11"/>
          </p:nvPr>
        </p:nvSpPr>
        <p:spPr>
          <a:xfrm>
            <a:off x="4038600" y="6356350"/>
            <a:ext cx="4114800" cy="365125"/>
          </a:xfrm>
        </p:spPr>
        <p:txBody>
          <a:bodyPr/>
          <a:lstStyle>
            <a:lvl1pPr>
              <a:defRPr>
                <a:solidFill>
                  <a:schemeClr val="accent2"/>
                </a:solidFill>
              </a:defRPr>
            </a:lvl1pPr>
          </a:lstStyle>
          <a:p>
            <a:endParaRPr lang="sv-SE"/>
          </a:p>
        </p:txBody>
      </p:sp>
      <p:sp>
        <p:nvSpPr>
          <p:cNvPr id="10" name="Platshållare för bild 13">
            <a:extLst>
              <a:ext uri="{FF2B5EF4-FFF2-40B4-BE49-F238E27FC236}">
                <a16:creationId xmlns:a16="http://schemas.microsoft.com/office/drawing/2014/main" id="{DC43D41B-A749-1B37-91F8-11F871FA02EB}"/>
              </a:ext>
            </a:extLst>
          </p:cNvPr>
          <p:cNvSpPr>
            <a:spLocks noGrp="1"/>
          </p:cNvSpPr>
          <p:nvPr>
            <p:ph type="pic" sz="quarter" idx="20" hasCustomPrompt="1"/>
          </p:nvPr>
        </p:nvSpPr>
        <p:spPr>
          <a:xfrm>
            <a:off x="6096000" y="0"/>
            <a:ext cx="6096000" cy="6858000"/>
          </a:xfrm>
        </p:spPr>
        <p:txBody>
          <a:bodyPr/>
          <a:lstStyle>
            <a:lvl1pPr marL="0" indent="0" algn="ctr">
              <a:buFont typeface="Arial" panose="020B0604020202020204" pitchFamily="34" charset="0"/>
              <a:buNone/>
              <a:defRPr sz="1800">
                <a:solidFill>
                  <a:schemeClr val="accent2"/>
                </a:solidFill>
              </a:defRPr>
            </a:lvl1pPr>
          </a:lstStyle>
          <a:p>
            <a:r>
              <a:rPr lang="sv-SE"/>
              <a:t>Klicka här för att infoga en bild</a:t>
            </a:r>
          </a:p>
        </p:txBody>
      </p:sp>
      <p:sp>
        <p:nvSpPr>
          <p:cNvPr id="4" name="Platshållare för innehåll 14">
            <a:extLst>
              <a:ext uri="{FF2B5EF4-FFF2-40B4-BE49-F238E27FC236}">
                <a16:creationId xmlns:a16="http://schemas.microsoft.com/office/drawing/2014/main" id="{07B0D95C-1F22-3E67-A991-0C1ED9C66AC2}"/>
              </a:ext>
            </a:extLst>
          </p:cNvPr>
          <p:cNvSpPr>
            <a:spLocks noGrp="1"/>
          </p:cNvSpPr>
          <p:nvPr>
            <p:ph sz="quarter" idx="16"/>
          </p:nvPr>
        </p:nvSpPr>
        <p:spPr>
          <a:xfrm>
            <a:off x="839788" y="3187286"/>
            <a:ext cx="5021080" cy="3032539"/>
          </a:xfrm>
        </p:spPr>
        <p:txBody>
          <a:bodyPr>
            <a:noAutofit/>
          </a:bodyPr>
          <a:lstStyle>
            <a:lvl1pPr marL="342900" indent="-342900">
              <a:buFont typeface="Arial" panose="020B0604020202020204" pitchFamily="34" charset="0"/>
              <a:buChar char="•"/>
              <a:defRPr sz="2400">
                <a:solidFill>
                  <a:schemeClr val="accent2"/>
                </a:solidFill>
              </a:defRPr>
            </a:lvl1pPr>
            <a:lvl2pPr>
              <a:defRPr sz="20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vl7pPr>
              <a:defRPr>
                <a:solidFill>
                  <a:schemeClr val="tx1"/>
                </a:solidFill>
              </a:defRPr>
            </a:lvl7pPr>
            <a:lvl8pPr>
              <a:defRPr>
                <a:solidFill>
                  <a:schemeClr val="tx1"/>
                </a:solidFill>
              </a:defRPr>
            </a:lvl8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5" name="Rubrik 6">
            <a:extLst>
              <a:ext uri="{FF2B5EF4-FFF2-40B4-BE49-F238E27FC236}">
                <a16:creationId xmlns:a16="http://schemas.microsoft.com/office/drawing/2014/main" id="{8A59463E-0EBC-83FD-C3A8-B745D12DFC73}"/>
              </a:ext>
            </a:extLst>
          </p:cNvPr>
          <p:cNvSpPr>
            <a:spLocks noGrp="1"/>
          </p:cNvSpPr>
          <p:nvPr>
            <p:ph type="title"/>
          </p:nvPr>
        </p:nvSpPr>
        <p:spPr>
          <a:xfrm>
            <a:off x="839788" y="1790006"/>
            <a:ext cx="5021080" cy="1325563"/>
          </a:xfrm>
        </p:spPr>
        <p:txBody>
          <a:bodyPr/>
          <a:lstStyle>
            <a:lvl1pPr>
              <a:defRPr>
                <a:solidFill>
                  <a:schemeClr val="accent2"/>
                </a:solidFill>
              </a:defRPr>
            </a:lvl1pPr>
          </a:lstStyle>
          <a:p>
            <a:r>
              <a:rPr lang="sv-SE" dirty="0"/>
              <a:t>Klicka här för att ändra mall</a:t>
            </a:r>
          </a:p>
        </p:txBody>
      </p:sp>
    </p:spTree>
    <p:extLst>
      <p:ext uri="{BB962C8B-B14F-4D97-AF65-F5344CB8AC3E}">
        <p14:creationId xmlns:p14="http://schemas.microsoft.com/office/powerpoint/2010/main" val="39136505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ara rubrik, beige">
    <p:bg>
      <p:bgPr>
        <a:solidFill>
          <a:srgbClr val="F7F2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1"/>
                </a:solidFill>
              </a:defRPr>
            </a:lvl1pPr>
          </a:lstStyle>
          <a:p>
            <a:fld id="{D88021E2-E97B-4976-AF53-1A9B1E45C5FA}" type="slidenum">
              <a:rPr lang="sv-SE" smtClean="0"/>
              <a:pPr/>
              <a:t>‹#›</a:t>
            </a:fld>
            <a:endParaRPr lang="sv-SE"/>
          </a:p>
        </p:txBody>
      </p:sp>
      <p:sp>
        <p:nvSpPr>
          <p:cNvPr id="2" name="Rubrik 1">
            <a:extLst>
              <a:ext uri="{FF2B5EF4-FFF2-40B4-BE49-F238E27FC236}">
                <a16:creationId xmlns:a16="http://schemas.microsoft.com/office/drawing/2014/main" id="{96093E53-7A60-2A4A-B668-9F7040F77D06}"/>
              </a:ext>
            </a:extLst>
          </p:cNvPr>
          <p:cNvSpPr>
            <a:spLocks noGrp="1"/>
          </p:cNvSpPr>
          <p:nvPr>
            <p:ph type="title"/>
          </p:nvPr>
        </p:nvSpPr>
        <p:spPr/>
        <p:txBody>
          <a:bodyPr/>
          <a:lstStyle>
            <a:lvl1pPr>
              <a:defRPr>
                <a:solidFill>
                  <a:schemeClr val="tx1"/>
                </a:solidFill>
              </a:defRPr>
            </a:lvl1pPr>
          </a:lstStyle>
          <a:p>
            <a:r>
              <a:rPr lang="sv-SE"/>
              <a:t>Klicka här för att ändra mall för rubrikformat</a:t>
            </a:r>
          </a:p>
        </p:txBody>
      </p:sp>
    </p:spTree>
    <p:extLst>
      <p:ext uri="{BB962C8B-B14F-4D97-AF65-F5344CB8AC3E}">
        <p14:creationId xmlns:p14="http://schemas.microsoft.com/office/powerpoint/2010/main" val="17820854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ara rubrik, rosa">
    <p:bg>
      <p:bgPr>
        <a:solidFill>
          <a:srgbClr val="FFEBE8"/>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2"/>
                </a:solidFill>
              </a:defRPr>
            </a:lvl1pPr>
          </a:lstStyle>
          <a:p>
            <a:fld id="{D88021E2-E97B-4976-AF53-1A9B1E45C5FA}" type="slidenum">
              <a:rPr lang="sv-SE" smtClean="0"/>
              <a:pPr/>
              <a:t>‹#›</a:t>
            </a:fld>
            <a:endParaRPr lang="sv-SE"/>
          </a:p>
        </p:txBody>
      </p:sp>
      <p:sp>
        <p:nvSpPr>
          <p:cNvPr id="2" name="Rubrik 1">
            <a:extLst>
              <a:ext uri="{FF2B5EF4-FFF2-40B4-BE49-F238E27FC236}">
                <a16:creationId xmlns:a16="http://schemas.microsoft.com/office/drawing/2014/main" id="{03BB0CD3-1FDF-4DA5-5407-B421AF3BC7EB}"/>
              </a:ext>
            </a:extLst>
          </p:cNvPr>
          <p:cNvSpPr>
            <a:spLocks noGrp="1"/>
          </p:cNvSpPr>
          <p:nvPr>
            <p:ph type="title"/>
          </p:nvPr>
        </p:nvSpPr>
        <p:spPr/>
        <p:txBody>
          <a:bodyPr/>
          <a:lstStyle/>
          <a:p>
            <a:r>
              <a:rPr lang="sv-SE"/>
              <a:t>Klicka här för att ändra mall för rubrikformat</a:t>
            </a:r>
          </a:p>
        </p:txBody>
      </p:sp>
    </p:spTree>
    <p:extLst>
      <p:ext uri="{BB962C8B-B14F-4D97-AF65-F5344CB8AC3E}">
        <p14:creationId xmlns:p14="http://schemas.microsoft.com/office/powerpoint/2010/main" val="28937889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ara rubrik, grön">
    <p:bg>
      <p:bgPr>
        <a:solidFill>
          <a:srgbClr val="DFEF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accent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accent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accent2"/>
                </a:solidFill>
              </a:defRPr>
            </a:lvl1pPr>
          </a:lstStyle>
          <a:p>
            <a:fld id="{D88021E2-E97B-4976-AF53-1A9B1E45C5FA}" type="slidenum">
              <a:rPr lang="sv-SE" smtClean="0"/>
              <a:pPr/>
              <a:t>‹#›</a:t>
            </a:fld>
            <a:endParaRPr lang="sv-SE"/>
          </a:p>
        </p:txBody>
      </p:sp>
      <p:sp>
        <p:nvSpPr>
          <p:cNvPr id="2" name="Rubrik 1">
            <a:extLst>
              <a:ext uri="{FF2B5EF4-FFF2-40B4-BE49-F238E27FC236}">
                <a16:creationId xmlns:a16="http://schemas.microsoft.com/office/drawing/2014/main" id="{A7DF2A24-1E13-398B-56F8-23469003CD5E}"/>
              </a:ext>
            </a:extLst>
          </p:cNvPr>
          <p:cNvSpPr>
            <a:spLocks noGrp="1"/>
          </p:cNvSpPr>
          <p:nvPr>
            <p:ph type="title"/>
          </p:nvPr>
        </p:nvSpPr>
        <p:spPr/>
        <p:txBody>
          <a:bodyPr/>
          <a:lstStyle>
            <a:lvl1pPr>
              <a:defRPr>
                <a:solidFill>
                  <a:schemeClr val="accent2"/>
                </a:solidFill>
              </a:defRPr>
            </a:lvl1pPr>
          </a:lstStyle>
          <a:p>
            <a:r>
              <a:rPr lang="sv-SE"/>
              <a:t>Klicka här för att ändra mall för rubrikformat</a:t>
            </a:r>
          </a:p>
        </p:txBody>
      </p:sp>
    </p:spTree>
    <p:extLst>
      <p:ext uri="{BB962C8B-B14F-4D97-AF65-F5344CB8AC3E}">
        <p14:creationId xmlns:p14="http://schemas.microsoft.com/office/powerpoint/2010/main" val="3612553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om bild, beige">
    <p:bg>
      <p:bgPr>
        <a:solidFill>
          <a:srgbClr val="F7F2E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218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om bild, rosa">
    <p:bg>
      <p:bgPr>
        <a:solidFill>
          <a:srgbClr val="FFEBE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80242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om bild, grön">
    <p:bg>
      <p:bgPr>
        <a:solidFill>
          <a:srgbClr val="DFEFE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54006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 spalt och förklarande text, rosa">
    <p:bg>
      <p:bgPr>
        <a:solidFill>
          <a:srgbClr val="FFEBE8"/>
        </a:solidFill>
        <a:effectLst/>
      </p:bgPr>
    </p:bg>
    <p:spTree>
      <p:nvGrpSpPr>
        <p:cNvPr id="1" name=""/>
        <p:cNvGrpSpPr/>
        <p:nvPr/>
      </p:nvGrpSpPr>
      <p:grpSpPr>
        <a:xfrm>
          <a:off x="0" y="0"/>
          <a:ext cx="0" cy="0"/>
          <a:chOff x="0" y="0"/>
          <a:chExt cx="0" cy="0"/>
        </a:xfrm>
      </p:grpSpPr>
      <p:sp>
        <p:nvSpPr>
          <p:cNvPr id="7" name="Platshållare för datum 3">
            <a:extLst>
              <a:ext uri="{FF2B5EF4-FFF2-40B4-BE49-F238E27FC236}">
                <a16:creationId xmlns:a16="http://schemas.microsoft.com/office/drawing/2014/main" id="{26585563-9FE2-61EE-63EC-7B601A84508E}"/>
              </a:ext>
            </a:extLst>
          </p:cNvPr>
          <p:cNvSpPr>
            <a:spLocks noGrp="1"/>
          </p:cNvSpPr>
          <p:nvPr>
            <p:ph type="dt" sz="half" idx="10"/>
          </p:nvPr>
        </p:nvSpPr>
        <p:spPr>
          <a:xfrm>
            <a:off x="838200" y="6356350"/>
            <a:ext cx="2743200" cy="365125"/>
          </a:xfrm>
        </p:spPr>
        <p:txBody>
          <a:bodyPr/>
          <a:lstStyle>
            <a:lvl1pPr>
              <a:defRPr>
                <a:solidFill>
                  <a:schemeClr val="tx2"/>
                </a:solidFill>
              </a:defRPr>
            </a:lvl1pPr>
          </a:lstStyle>
          <a:p>
            <a:fld id="{8E7D24E2-704C-4D37-BA3F-3A87B7C16133}" type="datetimeFigureOut">
              <a:rPr lang="sv-SE" smtClean="0"/>
              <a:pPr/>
              <a:t>2026-06-17</a:t>
            </a:fld>
            <a:endParaRPr lang="sv-SE"/>
          </a:p>
        </p:txBody>
      </p:sp>
      <p:sp>
        <p:nvSpPr>
          <p:cNvPr id="10" name="Platshållare för sidfot 4">
            <a:extLst>
              <a:ext uri="{FF2B5EF4-FFF2-40B4-BE49-F238E27FC236}">
                <a16:creationId xmlns:a16="http://schemas.microsoft.com/office/drawing/2014/main" id="{F8230D5A-D71E-09CB-5F6B-0FB8742ADC95}"/>
              </a:ext>
            </a:extLst>
          </p:cNvPr>
          <p:cNvSpPr>
            <a:spLocks noGrp="1"/>
          </p:cNvSpPr>
          <p:nvPr>
            <p:ph type="ftr" sz="quarter" idx="11"/>
          </p:nvPr>
        </p:nvSpPr>
        <p:spPr>
          <a:xfrm>
            <a:off x="4038600" y="6356350"/>
            <a:ext cx="4114800" cy="365125"/>
          </a:xfrm>
        </p:spPr>
        <p:txBody>
          <a:bodyPr/>
          <a:lstStyle>
            <a:lvl1pPr>
              <a:defRPr>
                <a:solidFill>
                  <a:schemeClr val="tx2"/>
                </a:solidFill>
              </a:defRPr>
            </a:lvl1pPr>
          </a:lstStyle>
          <a:p>
            <a:endParaRPr lang="sv-SE"/>
          </a:p>
        </p:txBody>
      </p:sp>
      <p:sp>
        <p:nvSpPr>
          <p:cNvPr id="12" name="Platshållare för bildnummer 5">
            <a:extLst>
              <a:ext uri="{FF2B5EF4-FFF2-40B4-BE49-F238E27FC236}">
                <a16:creationId xmlns:a16="http://schemas.microsoft.com/office/drawing/2014/main" id="{E331F1E0-DE6B-C2CE-9705-A1E3A302F6C9}"/>
              </a:ext>
            </a:extLst>
          </p:cNvPr>
          <p:cNvSpPr>
            <a:spLocks noGrp="1"/>
          </p:cNvSpPr>
          <p:nvPr>
            <p:ph type="sldNum" sz="quarter" idx="12"/>
          </p:nvPr>
        </p:nvSpPr>
        <p:spPr>
          <a:xfrm>
            <a:off x="8610600" y="6356350"/>
            <a:ext cx="2743200" cy="365125"/>
          </a:xfrm>
        </p:spPr>
        <p:txBody>
          <a:bodyPr/>
          <a:lstStyle>
            <a:lvl1pPr>
              <a:defRPr>
                <a:solidFill>
                  <a:schemeClr val="tx2"/>
                </a:solidFill>
              </a:defRPr>
            </a:lvl1pPr>
          </a:lstStyle>
          <a:p>
            <a:fld id="{D88021E2-E97B-4976-AF53-1A9B1E45C5FA}" type="slidenum">
              <a:rPr lang="sv-SE" smtClean="0"/>
              <a:pPr/>
              <a:t>‹#›</a:t>
            </a:fld>
            <a:endParaRPr lang="sv-SE"/>
          </a:p>
        </p:txBody>
      </p:sp>
      <p:sp>
        <p:nvSpPr>
          <p:cNvPr id="13" name="Platshållare för text 16">
            <a:extLst>
              <a:ext uri="{FF2B5EF4-FFF2-40B4-BE49-F238E27FC236}">
                <a16:creationId xmlns:a16="http://schemas.microsoft.com/office/drawing/2014/main" id="{BBE69D9B-1752-BE23-057E-6FDFB90A99B0}"/>
              </a:ext>
            </a:extLst>
          </p:cNvPr>
          <p:cNvSpPr>
            <a:spLocks noGrp="1"/>
          </p:cNvSpPr>
          <p:nvPr>
            <p:ph type="body" sz="quarter" idx="17" hasCustomPrompt="1"/>
          </p:nvPr>
        </p:nvSpPr>
        <p:spPr>
          <a:xfrm>
            <a:off x="2838994" y="6559972"/>
            <a:ext cx="9353006" cy="298028"/>
          </a:xfrm>
          <a:prstGeom prst="rect">
            <a:avLst/>
          </a:prstGeo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dirty="0"/>
              <a:t>Källa: </a:t>
            </a:r>
          </a:p>
        </p:txBody>
      </p:sp>
      <p:sp>
        <p:nvSpPr>
          <p:cNvPr id="14" name="Platshållare för text 16">
            <a:extLst>
              <a:ext uri="{FF2B5EF4-FFF2-40B4-BE49-F238E27FC236}">
                <a16:creationId xmlns:a16="http://schemas.microsoft.com/office/drawing/2014/main" id="{B049A139-7FF0-8B6C-5048-FAA017E93E94}"/>
              </a:ext>
            </a:extLst>
          </p:cNvPr>
          <p:cNvSpPr>
            <a:spLocks noGrp="1"/>
          </p:cNvSpPr>
          <p:nvPr>
            <p:ph type="body" sz="quarter" idx="16" hasCustomPrompt="1"/>
          </p:nvPr>
        </p:nvSpPr>
        <p:spPr>
          <a:xfrm>
            <a:off x="7585165" y="1544107"/>
            <a:ext cx="4232365" cy="4647143"/>
          </a:xfrm>
          <a:prstGeom prst="rect">
            <a:avLst/>
          </a:prstGeom>
        </p:spPr>
        <p:txBody>
          <a:bodyPr>
            <a:noAutofit/>
          </a:bodyPr>
          <a:lstStyle>
            <a:lvl1pPr marL="0" indent="0">
              <a:buNone/>
              <a:defRPr sz="2000">
                <a:solidFill>
                  <a:schemeClr val="tx2"/>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9pPr marL="3657600" indent="0">
              <a:buNone/>
              <a:defRPr/>
            </a:lvl9pPr>
          </a:lstStyle>
          <a:p>
            <a:pPr lvl="0"/>
            <a:r>
              <a:rPr lang="sv-SE" dirty="0"/>
              <a:t>Förklarande text till tabell eller diagram.</a:t>
            </a:r>
          </a:p>
        </p:txBody>
      </p:sp>
      <p:sp>
        <p:nvSpPr>
          <p:cNvPr id="15" name="Platshållare för innehåll 14">
            <a:extLst>
              <a:ext uri="{FF2B5EF4-FFF2-40B4-BE49-F238E27FC236}">
                <a16:creationId xmlns:a16="http://schemas.microsoft.com/office/drawing/2014/main" id="{281CF91B-898B-87D3-8123-B7F169BA5ACC}"/>
              </a:ext>
            </a:extLst>
          </p:cNvPr>
          <p:cNvSpPr>
            <a:spLocks noGrp="1"/>
          </p:cNvSpPr>
          <p:nvPr>
            <p:ph sz="quarter" idx="15" hasCustomPrompt="1"/>
          </p:nvPr>
        </p:nvSpPr>
        <p:spPr>
          <a:xfrm>
            <a:off x="374469" y="1544107"/>
            <a:ext cx="7114902" cy="4647143"/>
          </a:xfrm>
          <a:prstGeom prst="rect">
            <a:avLst/>
          </a:prstGeom>
        </p:spPr>
        <p:txBody>
          <a:bodyPr>
            <a:noAutofit/>
          </a:bodyPr>
          <a:lstStyle>
            <a:lvl1pPr marL="0" indent="0">
              <a:buNone/>
              <a:defRPr sz="1800">
                <a:solidFill>
                  <a:schemeClr val="tx2"/>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marL="4114800" indent="-457200">
              <a:buFont typeface="+mj-lt"/>
              <a:buAutoNum type="arabicPeriod"/>
              <a:defRPr sz="2400"/>
            </a:lvl9pPr>
          </a:lstStyle>
          <a:p>
            <a:pPr lvl="0"/>
            <a:r>
              <a:rPr lang="sv-SE" dirty="0"/>
              <a:t>Infoga tabell eller diagram</a:t>
            </a:r>
          </a:p>
        </p:txBody>
      </p:sp>
      <p:sp>
        <p:nvSpPr>
          <p:cNvPr id="16" name="Platshållare för text 12">
            <a:extLst>
              <a:ext uri="{FF2B5EF4-FFF2-40B4-BE49-F238E27FC236}">
                <a16:creationId xmlns:a16="http://schemas.microsoft.com/office/drawing/2014/main" id="{A07B0038-3902-AAD3-6A6A-C62FCBA6583B}"/>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2"/>
                </a:solidFill>
              </a:defRPr>
            </a:lvl1pPr>
          </a:lstStyle>
          <a:p>
            <a:pPr lvl="0"/>
            <a:r>
              <a:rPr lang="sv-SE" dirty="0"/>
              <a:t>Underrubrik</a:t>
            </a:r>
          </a:p>
        </p:txBody>
      </p:sp>
      <p:sp>
        <p:nvSpPr>
          <p:cNvPr id="17" name="Rubrik 11">
            <a:extLst>
              <a:ext uri="{FF2B5EF4-FFF2-40B4-BE49-F238E27FC236}">
                <a16:creationId xmlns:a16="http://schemas.microsoft.com/office/drawing/2014/main" id="{B4E5E209-74DF-B7B4-D86A-253192862050}"/>
              </a:ext>
            </a:extLst>
          </p:cNvPr>
          <p:cNvSpPr>
            <a:spLocks noGrp="1"/>
          </p:cNvSpPr>
          <p:nvPr>
            <p:ph type="title"/>
          </p:nvPr>
        </p:nvSpPr>
        <p:spPr>
          <a:xfrm>
            <a:off x="2499359" y="215288"/>
            <a:ext cx="9353006" cy="720000"/>
          </a:xfrm>
        </p:spPr>
        <p:txBody>
          <a:bodyPr/>
          <a:lstStyle>
            <a:lvl1pPr>
              <a:defRPr>
                <a:solidFill>
                  <a:schemeClr val="tx2"/>
                </a:solidFill>
              </a:defRPr>
            </a:lvl1pPr>
          </a:lstStyle>
          <a:p>
            <a:r>
              <a:rPr lang="sv-SE" dirty="0"/>
              <a:t>Klicka här för att ändra mall</a:t>
            </a:r>
          </a:p>
        </p:txBody>
      </p:sp>
    </p:spTree>
    <p:extLst>
      <p:ext uri="{BB962C8B-B14F-4D97-AF65-F5344CB8AC3E}">
        <p14:creationId xmlns:p14="http://schemas.microsoft.com/office/powerpoint/2010/main" val="5808245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n spalt och förklarande text, grön">
    <p:bg>
      <p:bgPr>
        <a:solidFill>
          <a:srgbClr val="DFEF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accent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accent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accent2"/>
                </a:solidFill>
              </a:defRPr>
            </a:lvl1pPr>
          </a:lstStyle>
          <a:p>
            <a:fld id="{D88021E2-E97B-4976-AF53-1A9B1E45C5FA}" type="slidenum">
              <a:rPr lang="sv-SE" smtClean="0"/>
              <a:pPr/>
              <a:t>‹#›</a:t>
            </a:fld>
            <a:endParaRPr lang="sv-SE"/>
          </a:p>
        </p:txBody>
      </p:sp>
      <p:sp>
        <p:nvSpPr>
          <p:cNvPr id="10" name="Platshållare för text 16">
            <a:extLst>
              <a:ext uri="{FF2B5EF4-FFF2-40B4-BE49-F238E27FC236}">
                <a16:creationId xmlns:a16="http://schemas.microsoft.com/office/drawing/2014/main" id="{CF936710-89DC-9C48-F2D3-C23F25E891CE}"/>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dirty="0"/>
              <a:t>Källa: </a:t>
            </a:r>
          </a:p>
        </p:txBody>
      </p:sp>
      <p:sp>
        <p:nvSpPr>
          <p:cNvPr id="3" name="Platshållare för text 16">
            <a:extLst>
              <a:ext uri="{FF2B5EF4-FFF2-40B4-BE49-F238E27FC236}">
                <a16:creationId xmlns:a16="http://schemas.microsoft.com/office/drawing/2014/main" id="{CD1FF502-892D-2B2F-0508-FEBA3F481E1E}"/>
              </a:ext>
            </a:extLst>
          </p:cNvPr>
          <p:cNvSpPr>
            <a:spLocks noGrp="1"/>
          </p:cNvSpPr>
          <p:nvPr>
            <p:ph type="body" sz="quarter" idx="16" hasCustomPrompt="1"/>
          </p:nvPr>
        </p:nvSpPr>
        <p:spPr>
          <a:xfrm>
            <a:off x="7585165" y="1544107"/>
            <a:ext cx="4232365" cy="4647143"/>
          </a:xfrm>
          <a:prstGeom prst="rect">
            <a:avLst/>
          </a:prstGeom>
        </p:spPr>
        <p:txBody>
          <a:bodyPr>
            <a:noAutofit/>
          </a:bodyPr>
          <a:lstStyle>
            <a:lvl1pPr marL="0" indent="0">
              <a:buNone/>
              <a:defRPr sz="2000">
                <a:solidFill>
                  <a:schemeClr val="accent2"/>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9pPr marL="3657600" indent="0">
              <a:buNone/>
              <a:defRPr/>
            </a:lvl9pPr>
          </a:lstStyle>
          <a:p>
            <a:pPr lvl="0"/>
            <a:r>
              <a:rPr lang="sv-SE" dirty="0"/>
              <a:t>Förklarande text till tabell eller diagram.</a:t>
            </a:r>
          </a:p>
        </p:txBody>
      </p:sp>
      <p:sp>
        <p:nvSpPr>
          <p:cNvPr id="11" name="Platshållare för innehåll 14">
            <a:extLst>
              <a:ext uri="{FF2B5EF4-FFF2-40B4-BE49-F238E27FC236}">
                <a16:creationId xmlns:a16="http://schemas.microsoft.com/office/drawing/2014/main" id="{CB280913-73E6-6F50-909E-CD3BE5BCE836}"/>
              </a:ext>
            </a:extLst>
          </p:cNvPr>
          <p:cNvSpPr>
            <a:spLocks noGrp="1"/>
          </p:cNvSpPr>
          <p:nvPr>
            <p:ph sz="quarter" idx="15" hasCustomPrompt="1"/>
          </p:nvPr>
        </p:nvSpPr>
        <p:spPr>
          <a:xfrm>
            <a:off x="374469" y="1544107"/>
            <a:ext cx="7114902" cy="4647143"/>
          </a:xfrm>
          <a:prstGeom prst="rect">
            <a:avLst/>
          </a:prstGeom>
        </p:spPr>
        <p:txBody>
          <a:bodyPr>
            <a:noAutofit/>
          </a:bodyPr>
          <a:lstStyle>
            <a:lvl1pPr marL="0" indent="0">
              <a:buNone/>
              <a:defRPr sz="1800">
                <a:solidFill>
                  <a:schemeClr val="accent2"/>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marL="4114800" indent="-457200">
              <a:buFont typeface="+mj-lt"/>
              <a:buAutoNum type="arabicPeriod"/>
              <a:defRPr sz="2400"/>
            </a:lvl9pPr>
          </a:lstStyle>
          <a:p>
            <a:pPr lvl="0"/>
            <a:r>
              <a:rPr lang="sv-SE" dirty="0"/>
              <a:t>Infoga tabell eller diagram</a:t>
            </a:r>
          </a:p>
        </p:txBody>
      </p:sp>
      <p:sp>
        <p:nvSpPr>
          <p:cNvPr id="12" name="Platshållare för text 12">
            <a:extLst>
              <a:ext uri="{FF2B5EF4-FFF2-40B4-BE49-F238E27FC236}">
                <a16:creationId xmlns:a16="http://schemas.microsoft.com/office/drawing/2014/main" id="{08C23EE7-35C4-C6BA-EB6A-2F312FE60196}"/>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accent2"/>
                </a:solidFill>
              </a:defRPr>
            </a:lvl1pPr>
          </a:lstStyle>
          <a:p>
            <a:pPr lvl="0"/>
            <a:r>
              <a:rPr lang="sv-SE" dirty="0"/>
              <a:t>Underrubrik</a:t>
            </a:r>
          </a:p>
        </p:txBody>
      </p:sp>
      <p:sp>
        <p:nvSpPr>
          <p:cNvPr id="13" name="Rubrik 11">
            <a:extLst>
              <a:ext uri="{FF2B5EF4-FFF2-40B4-BE49-F238E27FC236}">
                <a16:creationId xmlns:a16="http://schemas.microsoft.com/office/drawing/2014/main" id="{2D9EAF83-9283-BA7B-45D6-00A995FC863F}"/>
              </a:ext>
            </a:extLst>
          </p:cNvPr>
          <p:cNvSpPr>
            <a:spLocks noGrp="1"/>
          </p:cNvSpPr>
          <p:nvPr>
            <p:ph type="title"/>
          </p:nvPr>
        </p:nvSpPr>
        <p:spPr>
          <a:xfrm>
            <a:off x="2499359" y="215288"/>
            <a:ext cx="9353006" cy="720000"/>
          </a:xfrm>
        </p:spPr>
        <p:txBody>
          <a:bodyPr/>
          <a:lstStyle>
            <a:lvl1pPr>
              <a:defRPr>
                <a:solidFill>
                  <a:schemeClr val="accent2"/>
                </a:solidFill>
              </a:defRPr>
            </a:lvl1pPr>
          </a:lstStyle>
          <a:p>
            <a:r>
              <a:rPr lang="sv-SE" dirty="0"/>
              <a:t>Klicka här för att ändra mall</a:t>
            </a:r>
          </a:p>
        </p:txBody>
      </p:sp>
    </p:spTree>
    <p:extLst>
      <p:ext uri="{BB962C8B-B14F-4D97-AF65-F5344CB8AC3E}">
        <p14:creationId xmlns:p14="http://schemas.microsoft.com/office/powerpoint/2010/main" val="29782780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 spalt och förklarande text, beige">
    <p:bg>
      <p:bgPr>
        <a:solidFill>
          <a:srgbClr val="F7F2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1"/>
                </a:solidFill>
              </a:defRPr>
            </a:lvl1pPr>
          </a:lstStyle>
          <a:p>
            <a:fld id="{D88021E2-E97B-4976-AF53-1A9B1E45C5FA}" type="slidenum">
              <a:rPr lang="sv-SE" smtClean="0"/>
              <a:pPr/>
              <a:t>‹#›</a:t>
            </a:fld>
            <a:endParaRPr lang="sv-SE"/>
          </a:p>
        </p:txBody>
      </p:sp>
      <p:sp>
        <p:nvSpPr>
          <p:cNvPr id="9" name="Platshållare för text 16">
            <a:extLst>
              <a:ext uri="{FF2B5EF4-FFF2-40B4-BE49-F238E27FC236}">
                <a16:creationId xmlns:a16="http://schemas.microsoft.com/office/drawing/2014/main" id="{E4C774F6-94F3-D016-EE51-423A00D2601C}"/>
              </a:ext>
            </a:extLst>
          </p:cNvPr>
          <p:cNvSpPr>
            <a:spLocks noGrp="1"/>
          </p:cNvSpPr>
          <p:nvPr>
            <p:ph type="body" sz="quarter" idx="17"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10" name="Platshållare för text 16">
            <a:extLst>
              <a:ext uri="{FF2B5EF4-FFF2-40B4-BE49-F238E27FC236}">
                <a16:creationId xmlns:a16="http://schemas.microsoft.com/office/drawing/2014/main" id="{E021E736-5A0B-F758-3B57-1A60C5895877}"/>
              </a:ext>
            </a:extLst>
          </p:cNvPr>
          <p:cNvSpPr>
            <a:spLocks noGrp="1"/>
          </p:cNvSpPr>
          <p:nvPr>
            <p:ph type="body" sz="quarter" idx="16" hasCustomPrompt="1"/>
          </p:nvPr>
        </p:nvSpPr>
        <p:spPr>
          <a:xfrm>
            <a:off x="7585165" y="1544107"/>
            <a:ext cx="4232365" cy="4647143"/>
          </a:xfrm>
          <a:prstGeom prst="rect">
            <a:avLst/>
          </a:prstGeom>
        </p:spPr>
        <p:txBody>
          <a:bodyPr>
            <a:noAutofit/>
          </a:bodyPr>
          <a:lstStyle>
            <a:lvl1pPr marL="0" indent="0">
              <a:buNone/>
              <a:defRPr sz="2000">
                <a:solidFill>
                  <a:schemeClr val="tx1"/>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9pPr marL="3657600" indent="0">
              <a:buNone/>
              <a:defRPr/>
            </a:lvl9pPr>
          </a:lstStyle>
          <a:p>
            <a:pPr lvl="0"/>
            <a:r>
              <a:rPr lang="sv-SE" dirty="0"/>
              <a:t>Förklarande text till tabell eller diagram.</a:t>
            </a:r>
          </a:p>
        </p:txBody>
      </p:sp>
      <p:sp>
        <p:nvSpPr>
          <p:cNvPr id="11" name="Platshållare för innehåll 14">
            <a:extLst>
              <a:ext uri="{FF2B5EF4-FFF2-40B4-BE49-F238E27FC236}">
                <a16:creationId xmlns:a16="http://schemas.microsoft.com/office/drawing/2014/main" id="{350F285B-E4BE-1811-E6CF-CD588C1D053C}"/>
              </a:ext>
            </a:extLst>
          </p:cNvPr>
          <p:cNvSpPr>
            <a:spLocks noGrp="1"/>
          </p:cNvSpPr>
          <p:nvPr>
            <p:ph sz="quarter" idx="15" hasCustomPrompt="1"/>
          </p:nvPr>
        </p:nvSpPr>
        <p:spPr>
          <a:xfrm>
            <a:off x="374469" y="1544107"/>
            <a:ext cx="7114902" cy="4647143"/>
          </a:xfrm>
          <a:prstGeom prst="rect">
            <a:avLst/>
          </a:prstGeom>
        </p:spPr>
        <p:txBody>
          <a:bodyPr>
            <a:noAutofit/>
          </a:bodyPr>
          <a:lstStyle>
            <a:lvl1pPr marL="0" inden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marL="4114800" indent="-457200">
              <a:buFont typeface="+mj-lt"/>
              <a:buAutoNum type="arabicPeriod"/>
              <a:defRPr sz="2400"/>
            </a:lvl9pPr>
          </a:lstStyle>
          <a:p>
            <a:pPr lvl="0"/>
            <a:r>
              <a:rPr lang="sv-SE" dirty="0"/>
              <a:t>Infoga tabell eller diagram</a:t>
            </a:r>
          </a:p>
        </p:txBody>
      </p:sp>
      <p:sp>
        <p:nvSpPr>
          <p:cNvPr id="12" name="Platshållare för text 12">
            <a:extLst>
              <a:ext uri="{FF2B5EF4-FFF2-40B4-BE49-F238E27FC236}">
                <a16:creationId xmlns:a16="http://schemas.microsoft.com/office/drawing/2014/main" id="{A4E49F86-B435-A3DB-38E3-A75BDB5EE2D1}"/>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1"/>
                </a:solidFill>
              </a:defRPr>
            </a:lvl1pPr>
          </a:lstStyle>
          <a:p>
            <a:pPr lvl="0"/>
            <a:r>
              <a:rPr lang="sv-SE" dirty="0"/>
              <a:t>Underrubrik</a:t>
            </a:r>
          </a:p>
        </p:txBody>
      </p:sp>
      <p:sp>
        <p:nvSpPr>
          <p:cNvPr id="13" name="Rubrik 11">
            <a:extLst>
              <a:ext uri="{FF2B5EF4-FFF2-40B4-BE49-F238E27FC236}">
                <a16:creationId xmlns:a16="http://schemas.microsoft.com/office/drawing/2014/main" id="{16E8D854-8A37-084F-B358-ABE348C1178E}"/>
              </a:ext>
            </a:extLst>
          </p:cNvPr>
          <p:cNvSpPr>
            <a:spLocks noGrp="1"/>
          </p:cNvSpPr>
          <p:nvPr>
            <p:ph type="title"/>
          </p:nvPr>
        </p:nvSpPr>
        <p:spPr>
          <a:xfrm>
            <a:off x="2499359" y="215288"/>
            <a:ext cx="9353006" cy="720000"/>
          </a:xfrm>
        </p:spPr>
        <p:txBody>
          <a:bodyPr/>
          <a:lstStyle>
            <a:lvl1pPr>
              <a:defRPr>
                <a:solidFill>
                  <a:schemeClr val="tx1"/>
                </a:solidFill>
              </a:defRPr>
            </a:lvl1pPr>
          </a:lstStyle>
          <a:p>
            <a:r>
              <a:rPr lang="sv-SE" dirty="0"/>
              <a:t>Klicka här för att ändra mall</a:t>
            </a:r>
          </a:p>
        </p:txBody>
      </p:sp>
    </p:spTree>
    <p:extLst>
      <p:ext uri="{BB962C8B-B14F-4D97-AF65-F5344CB8AC3E}">
        <p14:creationId xmlns:p14="http://schemas.microsoft.com/office/powerpoint/2010/main" val="4191816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n spalt och förklarande text, gråvit">
    <p:bg>
      <p:bgPr>
        <a:solidFill>
          <a:srgbClr val="F7F7F7"/>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1"/>
                </a:solidFill>
              </a:defRPr>
            </a:lvl1pPr>
          </a:lstStyle>
          <a:p>
            <a:fld id="{D88021E2-E97B-4976-AF53-1A9B1E45C5FA}" type="slidenum">
              <a:rPr lang="sv-SE" smtClean="0"/>
              <a:pPr/>
              <a:t>‹#›</a:t>
            </a:fld>
            <a:endParaRPr lang="sv-SE"/>
          </a:p>
        </p:txBody>
      </p:sp>
      <p:sp>
        <p:nvSpPr>
          <p:cNvPr id="10" name="Platshållare för text 16">
            <a:extLst>
              <a:ext uri="{FF2B5EF4-FFF2-40B4-BE49-F238E27FC236}">
                <a16:creationId xmlns:a16="http://schemas.microsoft.com/office/drawing/2014/main" id="{C6471DD1-878A-FB60-7FA2-357BDC511791}"/>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9" name="Platshållare för text 16">
            <a:extLst>
              <a:ext uri="{FF2B5EF4-FFF2-40B4-BE49-F238E27FC236}">
                <a16:creationId xmlns:a16="http://schemas.microsoft.com/office/drawing/2014/main" id="{2C2EF3AD-07C7-FC3F-3DF5-7FE72BA328CA}"/>
              </a:ext>
            </a:extLst>
          </p:cNvPr>
          <p:cNvSpPr>
            <a:spLocks noGrp="1"/>
          </p:cNvSpPr>
          <p:nvPr>
            <p:ph type="body" sz="quarter" idx="16" hasCustomPrompt="1"/>
          </p:nvPr>
        </p:nvSpPr>
        <p:spPr>
          <a:xfrm>
            <a:off x="7585165" y="1544107"/>
            <a:ext cx="4232365" cy="4647143"/>
          </a:xfrm>
          <a:prstGeom prst="rect">
            <a:avLst/>
          </a:prstGeom>
        </p:spPr>
        <p:txBody>
          <a:bodyPr>
            <a:noAutofit/>
          </a:bodyPr>
          <a:lstStyle>
            <a:lvl1pPr marL="0" indent="0">
              <a:buNone/>
              <a:defRPr sz="2000">
                <a:solidFill>
                  <a:schemeClr val="tx1"/>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9pPr marL="3657600" indent="0">
              <a:buNone/>
              <a:defRPr/>
            </a:lvl9pPr>
          </a:lstStyle>
          <a:p>
            <a:pPr lvl="0"/>
            <a:r>
              <a:rPr lang="sv-SE" dirty="0"/>
              <a:t>Förklarande text till tabell eller diagram.</a:t>
            </a:r>
          </a:p>
        </p:txBody>
      </p:sp>
      <p:sp>
        <p:nvSpPr>
          <p:cNvPr id="11" name="Platshållare för innehåll 14">
            <a:extLst>
              <a:ext uri="{FF2B5EF4-FFF2-40B4-BE49-F238E27FC236}">
                <a16:creationId xmlns:a16="http://schemas.microsoft.com/office/drawing/2014/main" id="{F4D62790-69BB-298F-0996-0D54AB4308E4}"/>
              </a:ext>
            </a:extLst>
          </p:cNvPr>
          <p:cNvSpPr>
            <a:spLocks noGrp="1"/>
          </p:cNvSpPr>
          <p:nvPr>
            <p:ph sz="quarter" idx="15" hasCustomPrompt="1"/>
          </p:nvPr>
        </p:nvSpPr>
        <p:spPr>
          <a:xfrm>
            <a:off x="374469" y="1544107"/>
            <a:ext cx="7114902" cy="4647143"/>
          </a:xfrm>
          <a:prstGeom prst="rect">
            <a:avLst/>
          </a:prstGeom>
        </p:spPr>
        <p:txBody>
          <a:bodyPr>
            <a:noAutofit/>
          </a:bodyPr>
          <a:lstStyle>
            <a:lvl1pPr marL="0" inden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marL="4114800" indent="-457200">
              <a:buFont typeface="+mj-lt"/>
              <a:buAutoNum type="arabicPeriod"/>
              <a:defRPr sz="2400"/>
            </a:lvl9pPr>
          </a:lstStyle>
          <a:p>
            <a:pPr lvl="0"/>
            <a:r>
              <a:rPr lang="sv-SE" dirty="0"/>
              <a:t>Infoga tabell eller diagram</a:t>
            </a:r>
          </a:p>
        </p:txBody>
      </p:sp>
      <p:sp>
        <p:nvSpPr>
          <p:cNvPr id="12" name="Platshållare för text 12">
            <a:extLst>
              <a:ext uri="{FF2B5EF4-FFF2-40B4-BE49-F238E27FC236}">
                <a16:creationId xmlns:a16="http://schemas.microsoft.com/office/drawing/2014/main" id="{8214E58D-0C63-B736-DEF2-74AE252C0A1E}"/>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1"/>
                </a:solidFill>
              </a:defRPr>
            </a:lvl1pPr>
          </a:lstStyle>
          <a:p>
            <a:pPr lvl="0"/>
            <a:r>
              <a:rPr lang="sv-SE" dirty="0"/>
              <a:t>Underrubrik</a:t>
            </a:r>
          </a:p>
        </p:txBody>
      </p:sp>
      <p:sp>
        <p:nvSpPr>
          <p:cNvPr id="13" name="Rubrik 11">
            <a:extLst>
              <a:ext uri="{FF2B5EF4-FFF2-40B4-BE49-F238E27FC236}">
                <a16:creationId xmlns:a16="http://schemas.microsoft.com/office/drawing/2014/main" id="{DD17D84A-A8EF-923D-F227-E7C1C96F7535}"/>
              </a:ext>
            </a:extLst>
          </p:cNvPr>
          <p:cNvSpPr>
            <a:spLocks noGrp="1"/>
          </p:cNvSpPr>
          <p:nvPr>
            <p:ph type="title"/>
          </p:nvPr>
        </p:nvSpPr>
        <p:spPr>
          <a:xfrm>
            <a:off x="2499359" y="215288"/>
            <a:ext cx="9353006" cy="720000"/>
          </a:xfrm>
        </p:spPr>
        <p:txBody>
          <a:bodyPr/>
          <a:lstStyle>
            <a:lvl1pPr>
              <a:defRPr>
                <a:solidFill>
                  <a:schemeClr val="tx1"/>
                </a:solidFill>
              </a:defRPr>
            </a:lvl1pPr>
          </a:lstStyle>
          <a:p>
            <a:r>
              <a:rPr lang="sv-SE" dirty="0"/>
              <a:t>Klicka här för att ändra mall</a:t>
            </a:r>
          </a:p>
        </p:txBody>
      </p:sp>
    </p:spTree>
    <p:extLst>
      <p:ext uri="{BB962C8B-B14F-4D97-AF65-F5344CB8AC3E}">
        <p14:creationId xmlns:p14="http://schemas.microsoft.com/office/powerpoint/2010/main" val="17155513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n spalt och förklarande text, vit">
    <p:bg>
      <p:bgPr>
        <a:solidFill>
          <a:schemeClr val="bg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lstStyle>
            <a:lvl1pPr>
              <a:defRPr>
                <a:solidFill>
                  <a:schemeClr val="tx1"/>
                </a:solidFill>
              </a:defRPr>
            </a:lvl1pPr>
          </a:lstStyle>
          <a:p>
            <a:fld id="{D88021E2-E97B-4976-AF53-1A9B1E45C5FA}" type="slidenum">
              <a:rPr lang="sv-SE" smtClean="0"/>
              <a:pPr/>
              <a:t>‹#›</a:t>
            </a:fld>
            <a:endParaRPr lang="sv-SE"/>
          </a:p>
        </p:txBody>
      </p:sp>
      <p:sp>
        <p:nvSpPr>
          <p:cNvPr id="10" name="Platshållare för text 16">
            <a:extLst>
              <a:ext uri="{FF2B5EF4-FFF2-40B4-BE49-F238E27FC236}">
                <a16:creationId xmlns:a16="http://schemas.microsoft.com/office/drawing/2014/main" id="{12104DEC-BA9E-1AFB-E9B9-2D597D21A6AA}"/>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9" name="Platshållare för text 16">
            <a:extLst>
              <a:ext uri="{FF2B5EF4-FFF2-40B4-BE49-F238E27FC236}">
                <a16:creationId xmlns:a16="http://schemas.microsoft.com/office/drawing/2014/main" id="{F523731E-EFB1-CED5-5AFD-7F232C863C95}"/>
              </a:ext>
            </a:extLst>
          </p:cNvPr>
          <p:cNvSpPr>
            <a:spLocks noGrp="1"/>
          </p:cNvSpPr>
          <p:nvPr>
            <p:ph type="body" sz="quarter" idx="16" hasCustomPrompt="1"/>
          </p:nvPr>
        </p:nvSpPr>
        <p:spPr>
          <a:xfrm>
            <a:off x="7585165" y="1544107"/>
            <a:ext cx="4232365" cy="4647143"/>
          </a:xfrm>
          <a:prstGeom prst="rect">
            <a:avLst/>
          </a:prstGeom>
        </p:spPr>
        <p:txBody>
          <a:bodyPr>
            <a:noAutofit/>
          </a:bodyPr>
          <a:lstStyle>
            <a:lvl1pPr marL="0" indent="0">
              <a:buNone/>
              <a:defRPr sz="2000">
                <a:solidFill>
                  <a:schemeClr val="tx1"/>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9pPr marL="3657600" indent="0">
              <a:buNone/>
              <a:defRPr/>
            </a:lvl9pPr>
          </a:lstStyle>
          <a:p>
            <a:pPr lvl="0"/>
            <a:r>
              <a:rPr lang="sv-SE" dirty="0"/>
              <a:t>Förklarande text till tabell eller diagram.</a:t>
            </a:r>
          </a:p>
        </p:txBody>
      </p:sp>
      <p:sp>
        <p:nvSpPr>
          <p:cNvPr id="11" name="Platshållare för innehåll 14">
            <a:extLst>
              <a:ext uri="{FF2B5EF4-FFF2-40B4-BE49-F238E27FC236}">
                <a16:creationId xmlns:a16="http://schemas.microsoft.com/office/drawing/2014/main" id="{41BD2190-F87E-9D9C-7012-01D1086075BC}"/>
              </a:ext>
            </a:extLst>
          </p:cNvPr>
          <p:cNvSpPr>
            <a:spLocks noGrp="1"/>
          </p:cNvSpPr>
          <p:nvPr>
            <p:ph sz="quarter" idx="15" hasCustomPrompt="1"/>
          </p:nvPr>
        </p:nvSpPr>
        <p:spPr>
          <a:xfrm>
            <a:off x="374469" y="1544107"/>
            <a:ext cx="7114902" cy="4647143"/>
          </a:xfrm>
          <a:prstGeom prst="rect">
            <a:avLst/>
          </a:prstGeom>
        </p:spPr>
        <p:txBody>
          <a:bodyPr>
            <a:noAutofit/>
          </a:bodyPr>
          <a:lstStyle>
            <a:lvl1pPr marL="0" inden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marL="4114800" indent="-457200">
              <a:buFont typeface="+mj-lt"/>
              <a:buAutoNum type="arabicPeriod"/>
              <a:defRPr sz="2400"/>
            </a:lvl9pPr>
          </a:lstStyle>
          <a:p>
            <a:pPr lvl="0"/>
            <a:r>
              <a:rPr lang="sv-SE" dirty="0"/>
              <a:t>Infoga tabell eller diagram</a:t>
            </a:r>
          </a:p>
        </p:txBody>
      </p:sp>
      <p:sp>
        <p:nvSpPr>
          <p:cNvPr id="12" name="Platshållare för text 12">
            <a:extLst>
              <a:ext uri="{FF2B5EF4-FFF2-40B4-BE49-F238E27FC236}">
                <a16:creationId xmlns:a16="http://schemas.microsoft.com/office/drawing/2014/main" id="{7BE0E610-92F9-2E7C-FC35-955DFDBDA25C}"/>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1"/>
                </a:solidFill>
              </a:defRPr>
            </a:lvl1pPr>
          </a:lstStyle>
          <a:p>
            <a:pPr lvl="0"/>
            <a:r>
              <a:rPr lang="sv-SE" dirty="0"/>
              <a:t>Underrubrik</a:t>
            </a:r>
          </a:p>
        </p:txBody>
      </p:sp>
      <p:sp>
        <p:nvSpPr>
          <p:cNvPr id="13" name="Rubrik 11">
            <a:extLst>
              <a:ext uri="{FF2B5EF4-FFF2-40B4-BE49-F238E27FC236}">
                <a16:creationId xmlns:a16="http://schemas.microsoft.com/office/drawing/2014/main" id="{5627A6D8-8F97-DD25-E4BF-F29ABEE10389}"/>
              </a:ext>
            </a:extLst>
          </p:cNvPr>
          <p:cNvSpPr>
            <a:spLocks noGrp="1"/>
          </p:cNvSpPr>
          <p:nvPr>
            <p:ph type="title"/>
          </p:nvPr>
        </p:nvSpPr>
        <p:spPr>
          <a:xfrm>
            <a:off x="2499359" y="215288"/>
            <a:ext cx="9353006" cy="720000"/>
          </a:xfrm>
        </p:spPr>
        <p:txBody>
          <a:bodyPr/>
          <a:lstStyle>
            <a:lvl1pPr>
              <a:defRPr>
                <a:solidFill>
                  <a:schemeClr val="tx1"/>
                </a:solidFill>
              </a:defRPr>
            </a:lvl1pPr>
          </a:lstStyle>
          <a:p>
            <a:r>
              <a:rPr lang="sv-SE" dirty="0"/>
              <a:t>Klicka här för att ändra mall</a:t>
            </a:r>
          </a:p>
        </p:txBody>
      </p:sp>
    </p:spTree>
    <p:extLst>
      <p:ext uri="{BB962C8B-B14F-4D97-AF65-F5344CB8AC3E}">
        <p14:creationId xmlns:p14="http://schemas.microsoft.com/office/powerpoint/2010/main" val="4939476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En spalt, rosa">
    <p:bg>
      <p:bgPr>
        <a:solidFill>
          <a:srgbClr val="FFEBE8"/>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tx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tx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tx2"/>
                </a:solidFill>
              </a:defRPr>
            </a:lvl1pPr>
          </a:lstStyle>
          <a:p>
            <a:fld id="{D88021E2-E97B-4976-AF53-1A9B1E45C5FA}" type="slidenum">
              <a:rPr lang="sv-SE" smtClean="0"/>
              <a:pPr/>
              <a:t>‹#›</a:t>
            </a:fld>
            <a:endParaRPr lang="sv-SE"/>
          </a:p>
        </p:txBody>
      </p:sp>
      <p:sp>
        <p:nvSpPr>
          <p:cNvPr id="9" name="Platshållare för text 16">
            <a:extLst>
              <a:ext uri="{FF2B5EF4-FFF2-40B4-BE49-F238E27FC236}">
                <a16:creationId xmlns:a16="http://schemas.microsoft.com/office/drawing/2014/main" id="{D370127B-8992-2E79-080A-4F2225C75197}"/>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8" name="Platshållare för innehåll 14">
            <a:extLst>
              <a:ext uri="{FF2B5EF4-FFF2-40B4-BE49-F238E27FC236}">
                <a16:creationId xmlns:a16="http://schemas.microsoft.com/office/drawing/2014/main" id="{1B1AC3D7-9AB1-B009-0406-F6EE8AF6932D}"/>
              </a:ext>
            </a:extLst>
          </p:cNvPr>
          <p:cNvSpPr>
            <a:spLocks noGrp="1"/>
          </p:cNvSpPr>
          <p:nvPr>
            <p:ph sz="quarter" idx="15" hasCustomPrompt="1"/>
          </p:nvPr>
        </p:nvSpPr>
        <p:spPr>
          <a:xfrm>
            <a:off x="374468" y="1544107"/>
            <a:ext cx="11443061" cy="4647143"/>
          </a:xfrm>
          <a:prstGeom prst="rect">
            <a:avLst/>
          </a:prstGeom>
        </p:spPr>
        <p:txBody>
          <a:bodyPr>
            <a:noAutofit/>
          </a:bodyPr>
          <a:lstStyle>
            <a:lvl1pPr marL="0" indent="0">
              <a:buFont typeface="Arial" panose="020B0604020202020204" pitchFamily="34" charset="0"/>
              <a:buNone/>
              <a:defRPr sz="1800">
                <a:solidFill>
                  <a:schemeClr val="tx2"/>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a:defRPr sz="2400"/>
            </a:lvl9pPr>
          </a:lstStyle>
          <a:p>
            <a:pPr lvl="0"/>
            <a:r>
              <a:rPr lang="sv-SE"/>
              <a:t>Infoga tabell eller diagram</a:t>
            </a:r>
          </a:p>
        </p:txBody>
      </p:sp>
      <p:sp>
        <p:nvSpPr>
          <p:cNvPr id="10" name="Platshållare för text 12">
            <a:extLst>
              <a:ext uri="{FF2B5EF4-FFF2-40B4-BE49-F238E27FC236}">
                <a16:creationId xmlns:a16="http://schemas.microsoft.com/office/drawing/2014/main" id="{5AE52609-14CB-6252-14CD-B7F7C7232BC6}"/>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2"/>
                </a:solidFill>
              </a:defRPr>
            </a:lvl1pPr>
          </a:lstStyle>
          <a:p>
            <a:pPr lvl="0"/>
            <a:r>
              <a:rPr lang="sv-SE"/>
              <a:t>Underrubrik</a:t>
            </a:r>
          </a:p>
        </p:txBody>
      </p:sp>
      <p:sp>
        <p:nvSpPr>
          <p:cNvPr id="11" name="Rubrik 9">
            <a:extLst>
              <a:ext uri="{FF2B5EF4-FFF2-40B4-BE49-F238E27FC236}">
                <a16:creationId xmlns:a16="http://schemas.microsoft.com/office/drawing/2014/main" id="{8222305F-8D8B-ED00-D0AA-064DFDAB9C98}"/>
              </a:ext>
            </a:extLst>
          </p:cNvPr>
          <p:cNvSpPr>
            <a:spLocks noGrp="1"/>
          </p:cNvSpPr>
          <p:nvPr>
            <p:ph type="title"/>
          </p:nvPr>
        </p:nvSpPr>
        <p:spPr>
          <a:xfrm>
            <a:off x="2499359" y="215288"/>
            <a:ext cx="9353006" cy="720000"/>
          </a:xfrm>
        </p:spPr>
        <p:txBody>
          <a:bodyPr/>
          <a:lstStyle>
            <a:lvl1pPr>
              <a:defRPr>
                <a:solidFill>
                  <a:schemeClr val="tx2"/>
                </a:solidFill>
              </a:defRPr>
            </a:lvl1pPr>
          </a:lstStyle>
          <a:p>
            <a:r>
              <a:rPr lang="sv-SE" dirty="0"/>
              <a:t>Klicka här för att ändra mall</a:t>
            </a:r>
          </a:p>
        </p:txBody>
      </p:sp>
    </p:spTree>
    <p:extLst>
      <p:ext uri="{BB962C8B-B14F-4D97-AF65-F5344CB8AC3E}">
        <p14:creationId xmlns:p14="http://schemas.microsoft.com/office/powerpoint/2010/main" val="38679760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n spalt, grön">
    <p:bg>
      <p:bgPr>
        <a:solidFill>
          <a:srgbClr val="DFEF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accent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accent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accent2"/>
                </a:solidFill>
              </a:defRPr>
            </a:lvl1pPr>
          </a:lstStyle>
          <a:p>
            <a:fld id="{D88021E2-E97B-4976-AF53-1A9B1E45C5FA}" type="slidenum">
              <a:rPr lang="sv-SE" smtClean="0"/>
              <a:pPr/>
              <a:t>‹#›</a:t>
            </a:fld>
            <a:endParaRPr lang="sv-SE"/>
          </a:p>
        </p:txBody>
      </p:sp>
      <p:sp>
        <p:nvSpPr>
          <p:cNvPr id="8" name="Platshållare för text 16">
            <a:extLst>
              <a:ext uri="{FF2B5EF4-FFF2-40B4-BE49-F238E27FC236}">
                <a16:creationId xmlns:a16="http://schemas.microsoft.com/office/drawing/2014/main" id="{9856002A-1BF6-0384-0577-2322007537C1}"/>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3" name="Platshållare för innehåll 14">
            <a:extLst>
              <a:ext uri="{FF2B5EF4-FFF2-40B4-BE49-F238E27FC236}">
                <a16:creationId xmlns:a16="http://schemas.microsoft.com/office/drawing/2014/main" id="{8D72B3B6-CFA9-40D7-4B5C-E41CA9A8C241}"/>
              </a:ext>
            </a:extLst>
          </p:cNvPr>
          <p:cNvSpPr>
            <a:spLocks noGrp="1"/>
          </p:cNvSpPr>
          <p:nvPr>
            <p:ph sz="quarter" idx="15" hasCustomPrompt="1"/>
          </p:nvPr>
        </p:nvSpPr>
        <p:spPr>
          <a:xfrm>
            <a:off x="374468" y="1544107"/>
            <a:ext cx="11443061" cy="4647143"/>
          </a:xfrm>
          <a:prstGeom prst="rect">
            <a:avLst/>
          </a:prstGeom>
        </p:spPr>
        <p:txBody>
          <a:bodyPr>
            <a:noAutofit/>
          </a:bodyPr>
          <a:lstStyle>
            <a:lvl1pPr marL="0" indent="0">
              <a:buFont typeface="Arial" panose="020B0604020202020204" pitchFamily="34" charset="0"/>
              <a:buNone/>
              <a:defRPr sz="1800">
                <a:solidFill>
                  <a:schemeClr val="accent2"/>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a:defRPr sz="2400"/>
            </a:lvl9pPr>
          </a:lstStyle>
          <a:p>
            <a:pPr lvl="0"/>
            <a:r>
              <a:rPr lang="sv-SE"/>
              <a:t>Infoga tabell eller diagram</a:t>
            </a:r>
          </a:p>
        </p:txBody>
      </p:sp>
      <p:sp>
        <p:nvSpPr>
          <p:cNvPr id="9" name="Platshållare för text 12">
            <a:extLst>
              <a:ext uri="{FF2B5EF4-FFF2-40B4-BE49-F238E27FC236}">
                <a16:creationId xmlns:a16="http://schemas.microsoft.com/office/drawing/2014/main" id="{41473026-C86B-7495-EC24-8BB848F1FF38}"/>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accent2"/>
                </a:solidFill>
              </a:defRPr>
            </a:lvl1pPr>
          </a:lstStyle>
          <a:p>
            <a:pPr lvl="0"/>
            <a:r>
              <a:rPr lang="sv-SE"/>
              <a:t>Underrubrik</a:t>
            </a:r>
          </a:p>
        </p:txBody>
      </p:sp>
      <p:sp>
        <p:nvSpPr>
          <p:cNvPr id="11" name="Rubrik 9">
            <a:extLst>
              <a:ext uri="{FF2B5EF4-FFF2-40B4-BE49-F238E27FC236}">
                <a16:creationId xmlns:a16="http://schemas.microsoft.com/office/drawing/2014/main" id="{156CDDFA-6915-29E5-D324-3777DAF325FD}"/>
              </a:ext>
            </a:extLst>
          </p:cNvPr>
          <p:cNvSpPr>
            <a:spLocks noGrp="1"/>
          </p:cNvSpPr>
          <p:nvPr>
            <p:ph type="title"/>
          </p:nvPr>
        </p:nvSpPr>
        <p:spPr>
          <a:xfrm>
            <a:off x="2499359" y="215288"/>
            <a:ext cx="9353006" cy="720000"/>
          </a:xfrm>
        </p:spPr>
        <p:txBody>
          <a:bodyPr/>
          <a:lstStyle>
            <a:lvl1pPr>
              <a:defRPr>
                <a:solidFill>
                  <a:schemeClr val="accent2"/>
                </a:solidFill>
              </a:defRPr>
            </a:lvl1pPr>
          </a:lstStyle>
          <a:p>
            <a:r>
              <a:rPr lang="sv-SE" dirty="0"/>
              <a:t>Klicka här för att ändra mall</a:t>
            </a:r>
          </a:p>
        </p:txBody>
      </p:sp>
    </p:spTree>
    <p:extLst>
      <p:ext uri="{BB962C8B-B14F-4D97-AF65-F5344CB8AC3E}">
        <p14:creationId xmlns:p14="http://schemas.microsoft.com/office/powerpoint/2010/main" val="3978133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n spalt, beige">
    <p:bg>
      <p:bgPr>
        <a:solidFill>
          <a:srgbClr val="F7F2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tx1"/>
                </a:solidFill>
              </a:defRPr>
            </a:lvl1pPr>
          </a:lstStyle>
          <a:p>
            <a:fld id="{D88021E2-E97B-4976-AF53-1A9B1E45C5FA}" type="slidenum">
              <a:rPr lang="sv-SE" smtClean="0"/>
              <a:pPr/>
              <a:t>‹#›</a:t>
            </a:fld>
            <a:endParaRPr lang="sv-SE"/>
          </a:p>
        </p:txBody>
      </p:sp>
      <p:sp>
        <p:nvSpPr>
          <p:cNvPr id="9" name="Platshållare för text 16">
            <a:extLst>
              <a:ext uri="{FF2B5EF4-FFF2-40B4-BE49-F238E27FC236}">
                <a16:creationId xmlns:a16="http://schemas.microsoft.com/office/drawing/2014/main" id="{407D211A-BEED-C682-89FF-F86454D0EB4B}"/>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8" name="Platshållare för innehåll 14">
            <a:extLst>
              <a:ext uri="{FF2B5EF4-FFF2-40B4-BE49-F238E27FC236}">
                <a16:creationId xmlns:a16="http://schemas.microsoft.com/office/drawing/2014/main" id="{42044A29-E24A-C217-18A1-8118C448DA30}"/>
              </a:ext>
            </a:extLst>
          </p:cNvPr>
          <p:cNvSpPr>
            <a:spLocks noGrp="1"/>
          </p:cNvSpPr>
          <p:nvPr>
            <p:ph sz="quarter" idx="15" hasCustomPrompt="1"/>
          </p:nvPr>
        </p:nvSpPr>
        <p:spPr>
          <a:xfrm>
            <a:off x="374468" y="1544107"/>
            <a:ext cx="11443061" cy="4647143"/>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a:defRPr sz="2400"/>
            </a:lvl9pPr>
          </a:lstStyle>
          <a:p>
            <a:pPr lvl="0"/>
            <a:r>
              <a:rPr lang="sv-SE"/>
              <a:t>Infoga tabell eller diagram</a:t>
            </a:r>
          </a:p>
        </p:txBody>
      </p:sp>
      <p:sp>
        <p:nvSpPr>
          <p:cNvPr id="10" name="Platshållare för text 12">
            <a:extLst>
              <a:ext uri="{FF2B5EF4-FFF2-40B4-BE49-F238E27FC236}">
                <a16:creationId xmlns:a16="http://schemas.microsoft.com/office/drawing/2014/main" id="{09AD46F6-E3C0-BF93-3688-C2BE88542723}"/>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1"/>
                </a:solidFill>
              </a:defRPr>
            </a:lvl1pPr>
          </a:lstStyle>
          <a:p>
            <a:pPr lvl="0"/>
            <a:r>
              <a:rPr lang="sv-SE"/>
              <a:t>Underrubrik</a:t>
            </a:r>
          </a:p>
        </p:txBody>
      </p:sp>
      <p:sp>
        <p:nvSpPr>
          <p:cNvPr id="11" name="Rubrik 9">
            <a:extLst>
              <a:ext uri="{FF2B5EF4-FFF2-40B4-BE49-F238E27FC236}">
                <a16:creationId xmlns:a16="http://schemas.microsoft.com/office/drawing/2014/main" id="{A8FFA98E-FF21-D3E3-0838-4F4D93FEC840}"/>
              </a:ext>
            </a:extLst>
          </p:cNvPr>
          <p:cNvSpPr>
            <a:spLocks noGrp="1"/>
          </p:cNvSpPr>
          <p:nvPr>
            <p:ph type="title"/>
          </p:nvPr>
        </p:nvSpPr>
        <p:spPr>
          <a:xfrm>
            <a:off x="2499359" y="215288"/>
            <a:ext cx="9353006" cy="720000"/>
          </a:xfrm>
        </p:spPr>
        <p:txBody>
          <a:bodyPr/>
          <a:lstStyle>
            <a:lvl1pPr>
              <a:defRPr>
                <a:solidFill>
                  <a:schemeClr val="tx1"/>
                </a:solidFill>
              </a:defRPr>
            </a:lvl1pPr>
          </a:lstStyle>
          <a:p>
            <a:r>
              <a:rPr lang="sv-SE" dirty="0"/>
              <a:t>Klicka här för att ändra mall</a:t>
            </a:r>
          </a:p>
        </p:txBody>
      </p:sp>
    </p:spTree>
    <p:extLst>
      <p:ext uri="{BB962C8B-B14F-4D97-AF65-F5344CB8AC3E}">
        <p14:creationId xmlns:p14="http://schemas.microsoft.com/office/powerpoint/2010/main" val="28022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n spalt, gråvit">
    <p:bg>
      <p:bgPr>
        <a:solidFill>
          <a:srgbClr val="F7F7F7"/>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tx1"/>
                </a:solidFill>
              </a:defRPr>
            </a:lvl1pPr>
          </a:lstStyle>
          <a:p>
            <a:fld id="{D88021E2-E97B-4976-AF53-1A9B1E45C5FA}" type="slidenum">
              <a:rPr lang="sv-SE" smtClean="0"/>
              <a:pPr/>
              <a:t>‹#›</a:t>
            </a:fld>
            <a:endParaRPr lang="sv-SE"/>
          </a:p>
        </p:txBody>
      </p:sp>
      <p:sp>
        <p:nvSpPr>
          <p:cNvPr id="7" name="Platshållare för text 16">
            <a:extLst>
              <a:ext uri="{FF2B5EF4-FFF2-40B4-BE49-F238E27FC236}">
                <a16:creationId xmlns:a16="http://schemas.microsoft.com/office/drawing/2014/main" id="{2C3F20CF-F400-0DF0-10FA-5381BD22FDB0}"/>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3" name="Platshållare för innehåll 14">
            <a:extLst>
              <a:ext uri="{FF2B5EF4-FFF2-40B4-BE49-F238E27FC236}">
                <a16:creationId xmlns:a16="http://schemas.microsoft.com/office/drawing/2014/main" id="{AA760DEC-7E5A-A5BE-EE8A-23F6C6529072}"/>
              </a:ext>
            </a:extLst>
          </p:cNvPr>
          <p:cNvSpPr>
            <a:spLocks noGrp="1"/>
          </p:cNvSpPr>
          <p:nvPr>
            <p:ph sz="quarter" idx="15" hasCustomPrompt="1"/>
          </p:nvPr>
        </p:nvSpPr>
        <p:spPr>
          <a:xfrm>
            <a:off x="374468" y="1544107"/>
            <a:ext cx="11443061" cy="4647143"/>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a:defRPr sz="2400"/>
            </a:lvl9pPr>
          </a:lstStyle>
          <a:p>
            <a:pPr lvl="0"/>
            <a:r>
              <a:rPr lang="sv-SE"/>
              <a:t>Infoga tabell eller diagram</a:t>
            </a:r>
          </a:p>
        </p:txBody>
      </p:sp>
      <p:sp>
        <p:nvSpPr>
          <p:cNvPr id="8" name="Platshållare för text 12">
            <a:extLst>
              <a:ext uri="{FF2B5EF4-FFF2-40B4-BE49-F238E27FC236}">
                <a16:creationId xmlns:a16="http://schemas.microsoft.com/office/drawing/2014/main" id="{F56FEE9A-6EBF-EEE9-F34C-2FE8E8C552E7}"/>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1"/>
                </a:solidFill>
              </a:defRPr>
            </a:lvl1pPr>
          </a:lstStyle>
          <a:p>
            <a:pPr lvl="0"/>
            <a:r>
              <a:rPr lang="sv-SE"/>
              <a:t>Underrubrik</a:t>
            </a:r>
          </a:p>
        </p:txBody>
      </p:sp>
      <p:sp>
        <p:nvSpPr>
          <p:cNvPr id="9" name="Rubrik 9">
            <a:extLst>
              <a:ext uri="{FF2B5EF4-FFF2-40B4-BE49-F238E27FC236}">
                <a16:creationId xmlns:a16="http://schemas.microsoft.com/office/drawing/2014/main" id="{252991A3-CD12-C1C5-6403-4DB674ACE387}"/>
              </a:ext>
            </a:extLst>
          </p:cNvPr>
          <p:cNvSpPr>
            <a:spLocks noGrp="1"/>
          </p:cNvSpPr>
          <p:nvPr>
            <p:ph type="title"/>
          </p:nvPr>
        </p:nvSpPr>
        <p:spPr>
          <a:xfrm>
            <a:off x="2499359" y="215288"/>
            <a:ext cx="9353006" cy="720000"/>
          </a:xfrm>
        </p:spPr>
        <p:txBody>
          <a:bodyPr/>
          <a:lstStyle>
            <a:lvl1pPr>
              <a:defRPr>
                <a:solidFill>
                  <a:schemeClr val="tx1"/>
                </a:solidFill>
              </a:defRPr>
            </a:lvl1pPr>
          </a:lstStyle>
          <a:p>
            <a:r>
              <a:rPr lang="sv-SE" dirty="0"/>
              <a:t>Klicka här för att ändra mall</a:t>
            </a:r>
          </a:p>
        </p:txBody>
      </p:sp>
    </p:spTree>
    <p:extLst>
      <p:ext uri="{BB962C8B-B14F-4D97-AF65-F5344CB8AC3E}">
        <p14:creationId xmlns:p14="http://schemas.microsoft.com/office/powerpoint/2010/main" val="2815886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 spalt, vit">
    <p:bg>
      <p:bgPr>
        <a:solidFill>
          <a:schemeClr val="bg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tx1"/>
                </a:solidFill>
              </a:defRPr>
            </a:lvl1pPr>
          </a:lstStyle>
          <a:p>
            <a:fld id="{D88021E2-E97B-4976-AF53-1A9B1E45C5FA}" type="slidenum">
              <a:rPr lang="sv-SE" smtClean="0"/>
              <a:pPr/>
              <a:t>‹#›</a:t>
            </a:fld>
            <a:endParaRPr lang="sv-SE"/>
          </a:p>
        </p:txBody>
      </p:sp>
      <p:sp>
        <p:nvSpPr>
          <p:cNvPr id="7" name="Platshållare för text 16">
            <a:extLst>
              <a:ext uri="{FF2B5EF4-FFF2-40B4-BE49-F238E27FC236}">
                <a16:creationId xmlns:a16="http://schemas.microsoft.com/office/drawing/2014/main" id="{9285A87D-765C-4362-1D6D-65581BBB2B20}"/>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3" name="Platshållare för innehåll 14">
            <a:extLst>
              <a:ext uri="{FF2B5EF4-FFF2-40B4-BE49-F238E27FC236}">
                <a16:creationId xmlns:a16="http://schemas.microsoft.com/office/drawing/2014/main" id="{56A02964-F2AB-DB09-A3CC-C7FBAB6AFB8D}"/>
              </a:ext>
            </a:extLst>
          </p:cNvPr>
          <p:cNvSpPr>
            <a:spLocks noGrp="1"/>
          </p:cNvSpPr>
          <p:nvPr>
            <p:ph sz="quarter" idx="15" hasCustomPrompt="1"/>
          </p:nvPr>
        </p:nvSpPr>
        <p:spPr>
          <a:xfrm>
            <a:off x="374468" y="1544107"/>
            <a:ext cx="11443061" cy="4647143"/>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a:defRPr sz="2400"/>
            </a:lvl9pPr>
          </a:lstStyle>
          <a:p>
            <a:pPr lvl="0"/>
            <a:r>
              <a:rPr lang="sv-SE"/>
              <a:t>Infoga tabell eller diagram</a:t>
            </a:r>
          </a:p>
        </p:txBody>
      </p:sp>
      <p:sp>
        <p:nvSpPr>
          <p:cNvPr id="8" name="Platshållare för text 12">
            <a:extLst>
              <a:ext uri="{FF2B5EF4-FFF2-40B4-BE49-F238E27FC236}">
                <a16:creationId xmlns:a16="http://schemas.microsoft.com/office/drawing/2014/main" id="{B17BD8E6-50E3-0070-2E60-676C32E61C02}"/>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1"/>
                </a:solidFill>
              </a:defRPr>
            </a:lvl1pPr>
          </a:lstStyle>
          <a:p>
            <a:pPr lvl="0"/>
            <a:r>
              <a:rPr lang="sv-SE"/>
              <a:t>Underrubrik</a:t>
            </a:r>
          </a:p>
        </p:txBody>
      </p:sp>
      <p:sp>
        <p:nvSpPr>
          <p:cNvPr id="9" name="Rubrik 9">
            <a:extLst>
              <a:ext uri="{FF2B5EF4-FFF2-40B4-BE49-F238E27FC236}">
                <a16:creationId xmlns:a16="http://schemas.microsoft.com/office/drawing/2014/main" id="{9F693723-371A-D20E-FE92-92FD23B96EF5}"/>
              </a:ext>
            </a:extLst>
          </p:cNvPr>
          <p:cNvSpPr>
            <a:spLocks noGrp="1"/>
          </p:cNvSpPr>
          <p:nvPr>
            <p:ph type="title"/>
          </p:nvPr>
        </p:nvSpPr>
        <p:spPr>
          <a:xfrm>
            <a:off x="2499359" y="215288"/>
            <a:ext cx="9353006" cy="720000"/>
          </a:xfrm>
        </p:spPr>
        <p:txBody>
          <a:bodyPr/>
          <a:lstStyle>
            <a:lvl1pPr>
              <a:defRPr>
                <a:solidFill>
                  <a:schemeClr val="tx1"/>
                </a:solidFill>
              </a:defRPr>
            </a:lvl1pPr>
          </a:lstStyle>
          <a:p>
            <a:r>
              <a:rPr lang="sv-SE" dirty="0"/>
              <a:t>Klicka här för att ändra mall</a:t>
            </a:r>
          </a:p>
        </p:txBody>
      </p:sp>
    </p:spTree>
    <p:extLst>
      <p:ext uri="{BB962C8B-B14F-4D97-AF65-F5344CB8AC3E}">
        <p14:creationId xmlns:p14="http://schemas.microsoft.com/office/powerpoint/2010/main" val="40805595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vå spalter, förklarande text, beige">
    <p:bg>
      <p:bgPr>
        <a:solidFill>
          <a:srgbClr val="F7F2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tx1"/>
                </a:solidFill>
              </a:defRPr>
            </a:lvl1pPr>
          </a:lstStyle>
          <a:p>
            <a:fld id="{D88021E2-E97B-4976-AF53-1A9B1E45C5FA}" type="slidenum">
              <a:rPr lang="sv-SE" smtClean="0"/>
              <a:pPr/>
              <a:t>‹#›</a:t>
            </a:fld>
            <a:endParaRPr lang="sv-SE"/>
          </a:p>
        </p:txBody>
      </p:sp>
      <p:sp>
        <p:nvSpPr>
          <p:cNvPr id="10" name="Platshållare för text 16">
            <a:extLst>
              <a:ext uri="{FF2B5EF4-FFF2-40B4-BE49-F238E27FC236}">
                <a16:creationId xmlns:a16="http://schemas.microsoft.com/office/drawing/2014/main" id="{EB755588-EABD-0B04-3B45-B0A05D359A77}"/>
              </a:ext>
            </a:extLst>
          </p:cNvPr>
          <p:cNvSpPr>
            <a:spLocks noGrp="1"/>
          </p:cNvSpPr>
          <p:nvPr>
            <p:ph type="body" sz="quarter" idx="22"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9" name="Platshållare för innehåll 14">
            <a:extLst>
              <a:ext uri="{FF2B5EF4-FFF2-40B4-BE49-F238E27FC236}">
                <a16:creationId xmlns:a16="http://schemas.microsoft.com/office/drawing/2014/main" id="{33F20627-B2DD-26D2-5B80-42B495737180}"/>
              </a:ext>
            </a:extLst>
          </p:cNvPr>
          <p:cNvSpPr>
            <a:spLocks noGrp="1"/>
          </p:cNvSpPr>
          <p:nvPr>
            <p:ph sz="quarter" idx="20" hasCustomPrompt="1"/>
          </p:nvPr>
        </p:nvSpPr>
        <p:spPr>
          <a:xfrm>
            <a:off x="6339840" y="2417380"/>
            <a:ext cx="5477691" cy="3773870"/>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13" name="Platshållare för text 16">
            <a:extLst>
              <a:ext uri="{FF2B5EF4-FFF2-40B4-BE49-F238E27FC236}">
                <a16:creationId xmlns:a16="http://schemas.microsoft.com/office/drawing/2014/main" id="{63F6457B-3BB6-2958-7BE6-FBAA299AE9CA}"/>
              </a:ext>
            </a:extLst>
          </p:cNvPr>
          <p:cNvSpPr>
            <a:spLocks noGrp="1"/>
          </p:cNvSpPr>
          <p:nvPr>
            <p:ph type="body" sz="quarter" idx="21" hasCustomPrompt="1"/>
          </p:nvPr>
        </p:nvSpPr>
        <p:spPr>
          <a:xfrm>
            <a:off x="6339840" y="1544108"/>
            <a:ext cx="5477691" cy="779236"/>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14" name="Platshållare för innehåll 14">
            <a:extLst>
              <a:ext uri="{FF2B5EF4-FFF2-40B4-BE49-F238E27FC236}">
                <a16:creationId xmlns:a16="http://schemas.microsoft.com/office/drawing/2014/main" id="{FB68B64F-6B25-11C0-0AF5-1C92F97272C1}"/>
              </a:ext>
            </a:extLst>
          </p:cNvPr>
          <p:cNvSpPr>
            <a:spLocks noGrp="1"/>
          </p:cNvSpPr>
          <p:nvPr>
            <p:ph sz="quarter" idx="18" hasCustomPrompt="1"/>
          </p:nvPr>
        </p:nvSpPr>
        <p:spPr>
          <a:xfrm>
            <a:off x="374470" y="2417380"/>
            <a:ext cx="5477691" cy="3773870"/>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15" name="Platshållare för text 16">
            <a:extLst>
              <a:ext uri="{FF2B5EF4-FFF2-40B4-BE49-F238E27FC236}">
                <a16:creationId xmlns:a16="http://schemas.microsoft.com/office/drawing/2014/main" id="{E3FC5C86-9A8F-F419-1C97-F0CB4D2F34F0}"/>
              </a:ext>
            </a:extLst>
          </p:cNvPr>
          <p:cNvSpPr>
            <a:spLocks noGrp="1"/>
          </p:cNvSpPr>
          <p:nvPr>
            <p:ph type="body" sz="quarter" idx="19" hasCustomPrompt="1"/>
          </p:nvPr>
        </p:nvSpPr>
        <p:spPr>
          <a:xfrm>
            <a:off x="374470" y="1544108"/>
            <a:ext cx="5477691" cy="779236"/>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16" name="Platshållare för text 12">
            <a:extLst>
              <a:ext uri="{FF2B5EF4-FFF2-40B4-BE49-F238E27FC236}">
                <a16:creationId xmlns:a16="http://schemas.microsoft.com/office/drawing/2014/main" id="{8FE36615-A575-B947-B183-C010AF6018BA}"/>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1"/>
                </a:solidFill>
              </a:defRPr>
            </a:lvl1pPr>
          </a:lstStyle>
          <a:p>
            <a:pPr lvl="0"/>
            <a:r>
              <a:rPr lang="sv-SE"/>
              <a:t>Underrubrik</a:t>
            </a:r>
          </a:p>
        </p:txBody>
      </p:sp>
      <p:sp>
        <p:nvSpPr>
          <p:cNvPr id="17" name="Rubrik 9">
            <a:extLst>
              <a:ext uri="{FF2B5EF4-FFF2-40B4-BE49-F238E27FC236}">
                <a16:creationId xmlns:a16="http://schemas.microsoft.com/office/drawing/2014/main" id="{D1AF9BAE-3A08-5AB3-A1AC-15DB5EFF581A}"/>
              </a:ext>
            </a:extLst>
          </p:cNvPr>
          <p:cNvSpPr>
            <a:spLocks noGrp="1"/>
          </p:cNvSpPr>
          <p:nvPr>
            <p:ph type="title"/>
          </p:nvPr>
        </p:nvSpPr>
        <p:spPr>
          <a:xfrm>
            <a:off x="2499359" y="215288"/>
            <a:ext cx="9353006" cy="720000"/>
          </a:xfrm>
        </p:spPr>
        <p:txBody>
          <a:bodyPr/>
          <a:lstStyle>
            <a:lvl1pPr>
              <a:defRPr>
                <a:solidFill>
                  <a:schemeClr val="tx1"/>
                </a:solidFill>
              </a:defRPr>
            </a:lvl1pPr>
          </a:lstStyle>
          <a:p>
            <a:r>
              <a:rPr lang="sv-SE" dirty="0"/>
              <a:t>Klicka här för att ändra mall </a:t>
            </a:r>
          </a:p>
        </p:txBody>
      </p:sp>
    </p:spTree>
    <p:extLst>
      <p:ext uri="{BB962C8B-B14F-4D97-AF65-F5344CB8AC3E}">
        <p14:creationId xmlns:p14="http://schemas.microsoft.com/office/powerpoint/2010/main" val="22825646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vå spalter, förklarande text, rosa">
    <p:bg>
      <p:bgPr>
        <a:solidFill>
          <a:srgbClr val="FFEBE8"/>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tx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tx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tx2"/>
                </a:solidFill>
              </a:defRPr>
            </a:lvl1pPr>
          </a:lstStyle>
          <a:p>
            <a:fld id="{D88021E2-E97B-4976-AF53-1A9B1E45C5FA}" type="slidenum">
              <a:rPr lang="sv-SE" smtClean="0"/>
              <a:pPr/>
              <a:t>‹#›</a:t>
            </a:fld>
            <a:endParaRPr lang="sv-SE"/>
          </a:p>
        </p:txBody>
      </p:sp>
      <p:sp>
        <p:nvSpPr>
          <p:cNvPr id="8" name="Platshållare för text 16">
            <a:extLst>
              <a:ext uri="{FF2B5EF4-FFF2-40B4-BE49-F238E27FC236}">
                <a16:creationId xmlns:a16="http://schemas.microsoft.com/office/drawing/2014/main" id="{44EB9DC2-E1D8-9DD6-37D6-BB2E83580840}"/>
              </a:ext>
            </a:extLst>
          </p:cNvPr>
          <p:cNvSpPr>
            <a:spLocks noGrp="1"/>
          </p:cNvSpPr>
          <p:nvPr>
            <p:ph type="body" sz="quarter" idx="22"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7" name="Platshållare för innehåll 14">
            <a:extLst>
              <a:ext uri="{FF2B5EF4-FFF2-40B4-BE49-F238E27FC236}">
                <a16:creationId xmlns:a16="http://schemas.microsoft.com/office/drawing/2014/main" id="{64BD54BE-490A-C358-7E67-36C5B4E24A2A}"/>
              </a:ext>
            </a:extLst>
          </p:cNvPr>
          <p:cNvSpPr>
            <a:spLocks noGrp="1"/>
          </p:cNvSpPr>
          <p:nvPr>
            <p:ph sz="quarter" idx="20" hasCustomPrompt="1"/>
          </p:nvPr>
        </p:nvSpPr>
        <p:spPr>
          <a:xfrm>
            <a:off x="6339840" y="2417380"/>
            <a:ext cx="5477691" cy="3773870"/>
          </a:xfrm>
          <a:prstGeom prst="rect">
            <a:avLst/>
          </a:prstGeom>
        </p:spPr>
        <p:txBody>
          <a:bodyPr>
            <a:noAutofit/>
          </a:bodyPr>
          <a:lstStyle>
            <a:lvl1pPr marL="0" indent="0">
              <a:buFont typeface="Arial" panose="020B0604020202020204" pitchFamily="34" charset="0"/>
              <a:buNone/>
              <a:defRPr sz="1800">
                <a:solidFill>
                  <a:schemeClr val="tx2"/>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9" name="Platshållare för text 16">
            <a:extLst>
              <a:ext uri="{FF2B5EF4-FFF2-40B4-BE49-F238E27FC236}">
                <a16:creationId xmlns:a16="http://schemas.microsoft.com/office/drawing/2014/main" id="{D59B1BD0-6366-F51A-E2E7-6C73E66FE5DD}"/>
              </a:ext>
            </a:extLst>
          </p:cNvPr>
          <p:cNvSpPr>
            <a:spLocks noGrp="1"/>
          </p:cNvSpPr>
          <p:nvPr>
            <p:ph type="body" sz="quarter" idx="21" hasCustomPrompt="1"/>
          </p:nvPr>
        </p:nvSpPr>
        <p:spPr>
          <a:xfrm>
            <a:off x="6339840" y="1544108"/>
            <a:ext cx="5477691" cy="779236"/>
          </a:xfrm>
          <a:prstGeom prst="rect">
            <a:avLst/>
          </a:prstGeom>
        </p:spPr>
        <p:txBody>
          <a:bodyPr>
            <a:noAutofit/>
          </a:bodyPr>
          <a:lstStyle>
            <a:lvl1pPr marL="0" indent="0">
              <a:buFont typeface="Arial" panose="020B0604020202020204" pitchFamily="34" charset="0"/>
              <a:buNone/>
              <a:defRPr sz="1800">
                <a:solidFill>
                  <a:schemeClr val="tx2"/>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11" name="Platshållare för innehåll 14">
            <a:extLst>
              <a:ext uri="{FF2B5EF4-FFF2-40B4-BE49-F238E27FC236}">
                <a16:creationId xmlns:a16="http://schemas.microsoft.com/office/drawing/2014/main" id="{8F23E195-F158-034A-F0B9-2E14A4E9C7AE}"/>
              </a:ext>
            </a:extLst>
          </p:cNvPr>
          <p:cNvSpPr>
            <a:spLocks noGrp="1"/>
          </p:cNvSpPr>
          <p:nvPr>
            <p:ph sz="quarter" idx="18" hasCustomPrompt="1"/>
          </p:nvPr>
        </p:nvSpPr>
        <p:spPr>
          <a:xfrm>
            <a:off x="374470" y="2417380"/>
            <a:ext cx="5477691" cy="3773870"/>
          </a:xfrm>
          <a:prstGeom prst="rect">
            <a:avLst/>
          </a:prstGeom>
        </p:spPr>
        <p:txBody>
          <a:bodyPr>
            <a:noAutofit/>
          </a:bodyPr>
          <a:lstStyle>
            <a:lvl1pPr marL="0" indent="0">
              <a:buFont typeface="Arial" panose="020B0604020202020204" pitchFamily="34" charset="0"/>
              <a:buNone/>
              <a:defRPr sz="1800">
                <a:solidFill>
                  <a:schemeClr val="tx2"/>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12" name="Platshållare för text 16">
            <a:extLst>
              <a:ext uri="{FF2B5EF4-FFF2-40B4-BE49-F238E27FC236}">
                <a16:creationId xmlns:a16="http://schemas.microsoft.com/office/drawing/2014/main" id="{2DE0F114-3D68-2C45-7ACA-A1D96B2EB59E}"/>
              </a:ext>
            </a:extLst>
          </p:cNvPr>
          <p:cNvSpPr>
            <a:spLocks noGrp="1"/>
          </p:cNvSpPr>
          <p:nvPr>
            <p:ph type="body" sz="quarter" idx="19" hasCustomPrompt="1"/>
          </p:nvPr>
        </p:nvSpPr>
        <p:spPr>
          <a:xfrm>
            <a:off x="374470" y="1544108"/>
            <a:ext cx="5477691" cy="779236"/>
          </a:xfrm>
          <a:prstGeom prst="rect">
            <a:avLst/>
          </a:prstGeom>
        </p:spPr>
        <p:txBody>
          <a:bodyPr>
            <a:noAutofit/>
          </a:bodyPr>
          <a:lstStyle>
            <a:lvl1pPr marL="0" indent="0">
              <a:buFont typeface="Arial" panose="020B0604020202020204" pitchFamily="34" charset="0"/>
              <a:buNone/>
              <a:defRPr sz="1800">
                <a:solidFill>
                  <a:schemeClr val="tx2"/>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16" name="Platshållare för text 12">
            <a:extLst>
              <a:ext uri="{FF2B5EF4-FFF2-40B4-BE49-F238E27FC236}">
                <a16:creationId xmlns:a16="http://schemas.microsoft.com/office/drawing/2014/main" id="{E83B3D8E-BA19-84CA-C931-27E56D38E646}"/>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2"/>
                </a:solidFill>
              </a:defRPr>
            </a:lvl1pPr>
          </a:lstStyle>
          <a:p>
            <a:pPr lvl="0"/>
            <a:r>
              <a:rPr lang="sv-SE"/>
              <a:t>Underrubrik</a:t>
            </a:r>
          </a:p>
        </p:txBody>
      </p:sp>
      <p:sp>
        <p:nvSpPr>
          <p:cNvPr id="17" name="Rubrik 9">
            <a:extLst>
              <a:ext uri="{FF2B5EF4-FFF2-40B4-BE49-F238E27FC236}">
                <a16:creationId xmlns:a16="http://schemas.microsoft.com/office/drawing/2014/main" id="{992EE9FF-C973-CC24-10E3-CFD53AAF9194}"/>
              </a:ext>
            </a:extLst>
          </p:cNvPr>
          <p:cNvSpPr>
            <a:spLocks noGrp="1"/>
          </p:cNvSpPr>
          <p:nvPr>
            <p:ph type="title"/>
          </p:nvPr>
        </p:nvSpPr>
        <p:spPr>
          <a:xfrm>
            <a:off x="2499359" y="215288"/>
            <a:ext cx="9353006" cy="720000"/>
          </a:xfrm>
        </p:spPr>
        <p:txBody>
          <a:bodyPr/>
          <a:lstStyle>
            <a:lvl1pPr>
              <a:defRPr>
                <a:solidFill>
                  <a:schemeClr val="tx2"/>
                </a:solidFill>
              </a:defRPr>
            </a:lvl1pPr>
          </a:lstStyle>
          <a:p>
            <a:r>
              <a:rPr lang="sv-SE" dirty="0"/>
              <a:t>Klicka här för att ändra mall </a:t>
            </a:r>
          </a:p>
        </p:txBody>
      </p:sp>
    </p:spTree>
    <p:extLst>
      <p:ext uri="{BB962C8B-B14F-4D97-AF65-F5344CB8AC3E}">
        <p14:creationId xmlns:p14="http://schemas.microsoft.com/office/powerpoint/2010/main" val="36830828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vå spalter, förklarande text, grön">
    <p:bg>
      <p:bgPr>
        <a:solidFill>
          <a:srgbClr val="DFEFEB"/>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accent2"/>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accent2"/>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accent2"/>
                </a:solidFill>
              </a:defRPr>
            </a:lvl1pPr>
          </a:lstStyle>
          <a:p>
            <a:fld id="{D88021E2-E97B-4976-AF53-1A9B1E45C5FA}" type="slidenum">
              <a:rPr lang="sv-SE" smtClean="0"/>
              <a:pPr/>
              <a:t>‹#›</a:t>
            </a:fld>
            <a:endParaRPr lang="sv-SE"/>
          </a:p>
        </p:txBody>
      </p:sp>
      <p:sp>
        <p:nvSpPr>
          <p:cNvPr id="3" name="Platshållare för text 16">
            <a:extLst>
              <a:ext uri="{FF2B5EF4-FFF2-40B4-BE49-F238E27FC236}">
                <a16:creationId xmlns:a16="http://schemas.microsoft.com/office/drawing/2014/main" id="{19066D7A-FCEB-9E4B-33B0-4671AE2D6421}"/>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8" name="Platshållare för innehåll 14">
            <a:extLst>
              <a:ext uri="{FF2B5EF4-FFF2-40B4-BE49-F238E27FC236}">
                <a16:creationId xmlns:a16="http://schemas.microsoft.com/office/drawing/2014/main" id="{831897FB-2A00-1C39-969E-B6558E7340F9}"/>
              </a:ext>
            </a:extLst>
          </p:cNvPr>
          <p:cNvSpPr>
            <a:spLocks noGrp="1"/>
          </p:cNvSpPr>
          <p:nvPr>
            <p:ph sz="quarter" idx="21" hasCustomPrompt="1"/>
          </p:nvPr>
        </p:nvSpPr>
        <p:spPr>
          <a:xfrm>
            <a:off x="6339840" y="2417380"/>
            <a:ext cx="5477691" cy="3773870"/>
          </a:xfrm>
          <a:prstGeom prst="rect">
            <a:avLst/>
          </a:prstGeom>
        </p:spPr>
        <p:txBody>
          <a:bodyPr>
            <a:noAutofit/>
          </a:bodyPr>
          <a:lstStyle>
            <a:lvl1pPr marL="0" indent="0">
              <a:buFont typeface="Arial" panose="020B0604020202020204" pitchFamily="34" charset="0"/>
              <a:buNone/>
              <a:defRPr sz="1800">
                <a:solidFill>
                  <a:schemeClr val="accent2"/>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10" name="Platshållare för text 16">
            <a:extLst>
              <a:ext uri="{FF2B5EF4-FFF2-40B4-BE49-F238E27FC236}">
                <a16:creationId xmlns:a16="http://schemas.microsoft.com/office/drawing/2014/main" id="{5470D81B-7456-7E6D-9E74-B5B5A9A44213}"/>
              </a:ext>
            </a:extLst>
          </p:cNvPr>
          <p:cNvSpPr>
            <a:spLocks noGrp="1"/>
          </p:cNvSpPr>
          <p:nvPr>
            <p:ph type="body" sz="quarter" idx="22" hasCustomPrompt="1"/>
          </p:nvPr>
        </p:nvSpPr>
        <p:spPr>
          <a:xfrm>
            <a:off x="6339840" y="1544108"/>
            <a:ext cx="5477691" cy="779236"/>
          </a:xfrm>
          <a:prstGeom prst="rect">
            <a:avLst/>
          </a:prstGeom>
        </p:spPr>
        <p:txBody>
          <a:bodyPr>
            <a:noAutofit/>
          </a:bodyPr>
          <a:lstStyle>
            <a:lvl1pPr marL="0" indent="0">
              <a:buFont typeface="Arial" panose="020B0604020202020204" pitchFamily="34" charset="0"/>
              <a:buNone/>
              <a:defRPr sz="1800">
                <a:solidFill>
                  <a:schemeClr val="accent2"/>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11" name="Platshållare för innehåll 14">
            <a:extLst>
              <a:ext uri="{FF2B5EF4-FFF2-40B4-BE49-F238E27FC236}">
                <a16:creationId xmlns:a16="http://schemas.microsoft.com/office/drawing/2014/main" id="{F3A56DB9-3FBB-BF4D-217C-247A257D519E}"/>
              </a:ext>
            </a:extLst>
          </p:cNvPr>
          <p:cNvSpPr>
            <a:spLocks noGrp="1"/>
          </p:cNvSpPr>
          <p:nvPr>
            <p:ph sz="quarter" idx="18" hasCustomPrompt="1"/>
          </p:nvPr>
        </p:nvSpPr>
        <p:spPr>
          <a:xfrm>
            <a:off x="374470" y="2417380"/>
            <a:ext cx="5477691" cy="3773870"/>
          </a:xfrm>
          <a:prstGeom prst="rect">
            <a:avLst/>
          </a:prstGeom>
        </p:spPr>
        <p:txBody>
          <a:bodyPr>
            <a:noAutofit/>
          </a:bodyPr>
          <a:lstStyle>
            <a:lvl1pPr marL="0" indent="0">
              <a:buFont typeface="Arial" panose="020B0604020202020204" pitchFamily="34" charset="0"/>
              <a:buNone/>
              <a:defRPr sz="1800">
                <a:solidFill>
                  <a:schemeClr val="accent2"/>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12" name="Platshållare för text 16">
            <a:extLst>
              <a:ext uri="{FF2B5EF4-FFF2-40B4-BE49-F238E27FC236}">
                <a16:creationId xmlns:a16="http://schemas.microsoft.com/office/drawing/2014/main" id="{F299545D-678F-8398-3F1C-9CB2F2C2BD66}"/>
              </a:ext>
            </a:extLst>
          </p:cNvPr>
          <p:cNvSpPr>
            <a:spLocks noGrp="1"/>
          </p:cNvSpPr>
          <p:nvPr>
            <p:ph type="body" sz="quarter" idx="19" hasCustomPrompt="1"/>
          </p:nvPr>
        </p:nvSpPr>
        <p:spPr>
          <a:xfrm>
            <a:off x="374470" y="1544108"/>
            <a:ext cx="5477691" cy="779236"/>
          </a:xfrm>
          <a:prstGeom prst="rect">
            <a:avLst/>
          </a:prstGeom>
        </p:spPr>
        <p:txBody>
          <a:bodyPr>
            <a:noAutofit/>
          </a:bodyPr>
          <a:lstStyle>
            <a:lvl1pPr marL="0" indent="0">
              <a:buFont typeface="Arial" panose="020B0604020202020204" pitchFamily="34" charset="0"/>
              <a:buNone/>
              <a:defRPr sz="1800">
                <a:solidFill>
                  <a:schemeClr val="accent2"/>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16" name="Platshållare för text 12">
            <a:extLst>
              <a:ext uri="{FF2B5EF4-FFF2-40B4-BE49-F238E27FC236}">
                <a16:creationId xmlns:a16="http://schemas.microsoft.com/office/drawing/2014/main" id="{49D1744A-38EE-ABC4-E8DF-A7A16BB6A438}"/>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accent2"/>
                </a:solidFill>
              </a:defRPr>
            </a:lvl1pPr>
          </a:lstStyle>
          <a:p>
            <a:pPr lvl="0"/>
            <a:r>
              <a:rPr lang="sv-SE"/>
              <a:t>Underrubrik</a:t>
            </a:r>
          </a:p>
        </p:txBody>
      </p:sp>
      <p:sp>
        <p:nvSpPr>
          <p:cNvPr id="17" name="Rubrik 9">
            <a:extLst>
              <a:ext uri="{FF2B5EF4-FFF2-40B4-BE49-F238E27FC236}">
                <a16:creationId xmlns:a16="http://schemas.microsoft.com/office/drawing/2014/main" id="{E3FDD4F1-5D9E-7BFA-9C45-9E000B0FACB4}"/>
              </a:ext>
            </a:extLst>
          </p:cNvPr>
          <p:cNvSpPr>
            <a:spLocks noGrp="1"/>
          </p:cNvSpPr>
          <p:nvPr>
            <p:ph type="title"/>
          </p:nvPr>
        </p:nvSpPr>
        <p:spPr>
          <a:xfrm>
            <a:off x="2499359" y="215288"/>
            <a:ext cx="9353006" cy="720000"/>
          </a:xfrm>
        </p:spPr>
        <p:txBody>
          <a:bodyPr/>
          <a:lstStyle>
            <a:lvl1pPr>
              <a:defRPr>
                <a:solidFill>
                  <a:schemeClr val="accent2"/>
                </a:solidFill>
              </a:defRPr>
            </a:lvl1pPr>
          </a:lstStyle>
          <a:p>
            <a:r>
              <a:rPr lang="sv-SE" dirty="0"/>
              <a:t>Klicka här för att ändra mall </a:t>
            </a:r>
          </a:p>
        </p:txBody>
      </p:sp>
    </p:spTree>
    <p:extLst>
      <p:ext uri="{BB962C8B-B14F-4D97-AF65-F5344CB8AC3E}">
        <p14:creationId xmlns:p14="http://schemas.microsoft.com/office/powerpoint/2010/main" val="15190972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vå spalter, förklarande text, gråvit">
    <p:bg>
      <p:bgPr>
        <a:solidFill>
          <a:srgbClr val="F7F7F7"/>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tx1"/>
                </a:solidFill>
              </a:defRPr>
            </a:lvl1pPr>
          </a:lstStyle>
          <a:p>
            <a:fld id="{D88021E2-E97B-4976-AF53-1A9B1E45C5FA}" type="slidenum">
              <a:rPr lang="sv-SE" smtClean="0"/>
              <a:pPr/>
              <a:t>‹#›</a:t>
            </a:fld>
            <a:endParaRPr lang="sv-SE"/>
          </a:p>
        </p:txBody>
      </p:sp>
      <p:sp>
        <p:nvSpPr>
          <p:cNvPr id="2" name="Platshållare för text 16">
            <a:extLst>
              <a:ext uri="{FF2B5EF4-FFF2-40B4-BE49-F238E27FC236}">
                <a16:creationId xmlns:a16="http://schemas.microsoft.com/office/drawing/2014/main" id="{0AF3211D-34FD-8CDE-75C2-EE5A17588FC1}"/>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3" name="Platshållare för innehåll 14">
            <a:extLst>
              <a:ext uri="{FF2B5EF4-FFF2-40B4-BE49-F238E27FC236}">
                <a16:creationId xmlns:a16="http://schemas.microsoft.com/office/drawing/2014/main" id="{4853387E-A830-1553-4C24-41EEAB21D876}"/>
              </a:ext>
            </a:extLst>
          </p:cNvPr>
          <p:cNvSpPr>
            <a:spLocks noGrp="1"/>
          </p:cNvSpPr>
          <p:nvPr>
            <p:ph sz="quarter" idx="21" hasCustomPrompt="1"/>
          </p:nvPr>
        </p:nvSpPr>
        <p:spPr>
          <a:xfrm>
            <a:off x="6339840" y="2417380"/>
            <a:ext cx="5477691" cy="3773870"/>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7" name="Platshållare för text 16">
            <a:extLst>
              <a:ext uri="{FF2B5EF4-FFF2-40B4-BE49-F238E27FC236}">
                <a16:creationId xmlns:a16="http://schemas.microsoft.com/office/drawing/2014/main" id="{2332F3CC-1ABC-B807-1FD5-5531AA81AE0F}"/>
              </a:ext>
            </a:extLst>
          </p:cNvPr>
          <p:cNvSpPr>
            <a:spLocks noGrp="1"/>
          </p:cNvSpPr>
          <p:nvPr>
            <p:ph type="body" sz="quarter" idx="22" hasCustomPrompt="1"/>
          </p:nvPr>
        </p:nvSpPr>
        <p:spPr>
          <a:xfrm>
            <a:off x="6339840" y="1544108"/>
            <a:ext cx="5477691" cy="779236"/>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8" name="Platshållare för innehåll 14">
            <a:extLst>
              <a:ext uri="{FF2B5EF4-FFF2-40B4-BE49-F238E27FC236}">
                <a16:creationId xmlns:a16="http://schemas.microsoft.com/office/drawing/2014/main" id="{9F18BF55-519B-8460-C010-A753D495A0FC}"/>
              </a:ext>
            </a:extLst>
          </p:cNvPr>
          <p:cNvSpPr>
            <a:spLocks noGrp="1"/>
          </p:cNvSpPr>
          <p:nvPr>
            <p:ph sz="quarter" idx="18" hasCustomPrompt="1"/>
          </p:nvPr>
        </p:nvSpPr>
        <p:spPr>
          <a:xfrm>
            <a:off x="374470" y="2417380"/>
            <a:ext cx="5477691" cy="3773870"/>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9" name="Platshållare för text 16">
            <a:extLst>
              <a:ext uri="{FF2B5EF4-FFF2-40B4-BE49-F238E27FC236}">
                <a16:creationId xmlns:a16="http://schemas.microsoft.com/office/drawing/2014/main" id="{DB121B2C-11D7-F701-55E4-D9ECDCAEFE1C}"/>
              </a:ext>
            </a:extLst>
          </p:cNvPr>
          <p:cNvSpPr>
            <a:spLocks noGrp="1"/>
          </p:cNvSpPr>
          <p:nvPr>
            <p:ph type="body" sz="quarter" idx="19" hasCustomPrompt="1"/>
          </p:nvPr>
        </p:nvSpPr>
        <p:spPr>
          <a:xfrm>
            <a:off x="374470" y="1544108"/>
            <a:ext cx="5477691" cy="779236"/>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16" name="Platshållare för text 12">
            <a:extLst>
              <a:ext uri="{FF2B5EF4-FFF2-40B4-BE49-F238E27FC236}">
                <a16:creationId xmlns:a16="http://schemas.microsoft.com/office/drawing/2014/main" id="{FBBB8CD9-2146-4C30-A8C9-5910E5A2B2AD}"/>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1"/>
                </a:solidFill>
              </a:defRPr>
            </a:lvl1pPr>
          </a:lstStyle>
          <a:p>
            <a:pPr lvl="0"/>
            <a:r>
              <a:rPr lang="sv-SE"/>
              <a:t>Underrubrik</a:t>
            </a:r>
          </a:p>
        </p:txBody>
      </p:sp>
      <p:sp>
        <p:nvSpPr>
          <p:cNvPr id="17" name="Rubrik 9">
            <a:extLst>
              <a:ext uri="{FF2B5EF4-FFF2-40B4-BE49-F238E27FC236}">
                <a16:creationId xmlns:a16="http://schemas.microsoft.com/office/drawing/2014/main" id="{1F434268-AC73-FF5B-FE12-65FFC6134173}"/>
              </a:ext>
            </a:extLst>
          </p:cNvPr>
          <p:cNvSpPr>
            <a:spLocks noGrp="1"/>
          </p:cNvSpPr>
          <p:nvPr>
            <p:ph type="title"/>
          </p:nvPr>
        </p:nvSpPr>
        <p:spPr>
          <a:xfrm>
            <a:off x="2499359" y="215288"/>
            <a:ext cx="9353006" cy="720000"/>
          </a:xfrm>
        </p:spPr>
        <p:txBody>
          <a:bodyPr/>
          <a:lstStyle>
            <a:lvl1pPr>
              <a:defRPr>
                <a:solidFill>
                  <a:schemeClr val="tx1"/>
                </a:solidFill>
              </a:defRPr>
            </a:lvl1pPr>
          </a:lstStyle>
          <a:p>
            <a:r>
              <a:rPr lang="sv-SE" dirty="0"/>
              <a:t>Klicka här för att ändra mall </a:t>
            </a:r>
          </a:p>
        </p:txBody>
      </p:sp>
    </p:spTree>
    <p:extLst>
      <p:ext uri="{BB962C8B-B14F-4D97-AF65-F5344CB8AC3E}">
        <p14:creationId xmlns:p14="http://schemas.microsoft.com/office/powerpoint/2010/main" val="2287829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vå spalter, förklarande text, vit">
    <p:bg>
      <p:bgPr>
        <a:solidFill>
          <a:schemeClr val="bg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D5A6E465-C25D-A7A3-7EF2-615E62A92C49}"/>
              </a:ext>
            </a:extLst>
          </p:cNvPr>
          <p:cNvSpPr>
            <a:spLocks noGrp="1"/>
          </p:cNvSpPr>
          <p:nvPr>
            <p:ph type="dt" sz="half" idx="10"/>
          </p:nvPr>
        </p:nvSpPr>
        <p:spPr/>
        <p:txBody>
          <a:bodyPr>
            <a:noAutofit/>
          </a:bodyPr>
          <a:lstStyle>
            <a:lvl1pPr>
              <a:defRPr>
                <a:solidFill>
                  <a:schemeClr val="tx1"/>
                </a:solidFill>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45DC0A25-9534-A193-D576-70049C634AD4}"/>
              </a:ext>
            </a:extLst>
          </p:cNvPr>
          <p:cNvSpPr>
            <a:spLocks noGrp="1"/>
          </p:cNvSpPr>
          <p:nvPr>
            <p:ph type="ftr" sz="quarter" idx="11"/>
          </p:nvPr>
        </p:nvSpPr>
        <p:spPr/>
        <p:txBody>
          <a:bodyPr>
            <a:noAutofit/>
          </a:bodyPr>
          <a:lstStyle>
            <a:lvl1pPr>
              <a:defRPr>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D8DE994E-6983-C5FA-24CC-9E1F3B1D3709}"/>
              </a:ext>
            </a:extLst>
          </p:cNvPr>
          <p:cNvSpPr>
            <a:spLocks noGrp="1"/>
          </p:cNvSpPr>
          <p:nvPr>
            <p:ph type="sldNum" sz="quarter" idx="12"/>
          </p:nvPr>
        </p:nvSpPr>
        <p:spPr/>
        <p:txBody>
          <a:bodyPr>
            <a:noAutofit/>
          </a:bodyPr>
          <a:lstStyle>
            <a:lvl1pPr>
              <a:defRPr>
                <a:solidFill>
                  <a:schemeClr val="tx1"/>
                </a:solidFill>
              </a:defRPr>
            </a:lvl1pPr>
          </a:lstStyle>
          <a:p>
            <a:fld id="{D88021E2-E97B-4976-AF53-1A9B1E45C5FA}" type="slidenum">
              <a:rPr lang="sv-SE" smtClean="0"/>
              <a:pPr/>
              <a:t>‹#›</a:t>
            </a:fld>
            <a:endParaRPr lang="sv-SE"/>
          </a:p>
        </p:txBody>
      </p:sp>
      <p:sp>
        <p:nvSpPr>
          <p:cNvPr id="9" name="Platshållare för text 16">
            <a:extLst>
              <a:ext uri="{FF2B5EF4-FFF2-40B4-BE49-F238E27FC236}">
                <a16:creationId xmlns:a16="http://schemas.microsoft.com/office/drawing/2014/main" id="{F98C80CC-BEBC-2F8A-75F0-2657C1B8EF48}"/>
              </a:ext>
            </a:extLst>
          </p:cNvPr>
          <p:cNvSpPr>
            <a:spLocks noGrp="1"/>
          </p:cNvSpPr>
          <p:nvPr>
            <p:ph type="body" sz="quarter" idx="20" hasCustomPrompt="1"/>
          </p:nvPr>
        </p:nvSpPr>
        <p:spPr>
          <a:xfrm>
            <a:off x="2838994" y="6559972"/>
            <a:ext cx="9353006" cy="298028"/>
          </a:xfrm>
        </p:spPr>
        <p:txBody>
          <a:bodyPr anchor="b">
            <a:noAutofit/>
          </a:bodyPr>
          <a:lstStyle>
            <a:lvl1pPr marL="0" indent="0" algn="r">
              <a:buFont typeface="Arial" panose="020B0604020202020204" pitchFamily="34" charset="0"/>
              <a:buNone/>
              <a:defRPr sz="1400">
                <a:solidFill>
                  <a:schemeClr val="tx1"/>
                </a:solidFill>
              </a:defRPr>
            </a:lvl1pPr>
            <a:lvl2pPr>
              <a:defRPr sz="2000"/>
            </a:lvl2pPr>
            <a:lvl4pPr>
              <a:defRPr sz="2000"/>
            </a:lvl4pPr>
            <a:lvl5pPr>
              <a:defRPr sz="2000"/>
            </a:lvl5pPr>
            <a:lvl6pPr>
              <a:defRPr sz="2000">
                <a:solidFill>
                  <a:schemeClr val="tx2"/>
                </a:solidFill>
              </a:defRPr>
            </a:lvl6pPr>
            <a:lvl7pPr>
              <a:defRPr sz="2000">
                <a:solidFill>
                  <a:schemeClr val="tx2"/>
                </a:solidFill>
              </a:defRPr>
            </a:lvl7pPr>
            <a:lvl8pPr>
              <a:defRPr sz="2000">
                <a:solidFill>
                  <a:schemeClr val="tx2"/>
                </a:solidFill>
              </a:defRPr>
            </a:lvl8pPr>
            <a:lvl9pPr>
              <a:defRPr sz="2000">
                <a:solidFill>
                  <a:schemeClr val="tx2"/>
                </a:solidFill>
              </a:defRPr>
            </a:lvl9pPr>
          </a:lstStyle>
          <a:p>
            <a:pPr lvl="0"/>
            <a:r>
              <a:rPr lang="sv-SE"/>
              <a:t>Källa: </a:t>
            </a:r>
          </a:p>
        </p:txBody>
      </p:sp>
      <p:sp>
        <p:nvSpPr>
          <p:cNvPr id="2" name="Platshållare för innehåll 14">
            <a:extLst>
              <a:ext uri="{FF2B5EF4-FFF2-40B4-BE49-F238E27FC236}">
                <a16:creationId xmlns:a16="http://schemas.microsoft.com/office/drawing/2014/main" id="{6C837A70-53B7-7105-E4AC-5F30218B6D99}"/>
              </a:ext>
            </a:extLst>
          </p:cNvPr>
          <p:cNvSpPr>
            <a:spLocks noGrp="1"/>
          </p:cNvSpPr>
          <p:nvPr>
            <p:ph sz="quarter" idx="21" hasCustomPrompt="1"/>
          </p:nvPr>
        </p:nvSpPr>
        <p:spPr>
          <a:xfrm>
            <a:off x="6339840" y="2417380"/>
            <a:ext cx="5477691" cy="3773870"/>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3" name="Platshållare för text 16">
            <a:extLst>
              <a:ext uri="{FF2B5EF4-FFF2-40B4-BE49-F238E27FC236}">
                <a16:creationId xmlns:a16="http://schemas.microsoft.com/office/drawing/2014/main" id="{F061C18B-6C8D-7248-801D-176B99D55B48}"/>
              </a:ext>
            </a:extLst>
          </p:cNvPr>
          <p:cNvSpPr>
            <a:spLocks noGrp="1"/>
          </p:cNvSpPr>
          <p:nvPr>
            <p:ph type="body" sz="quarter" idx="22" hasCustomPrompt="1"/>
          </p:nvPr>
        </p:nvSpPr>
        <p:spPr>
          <a:xfrm>
            <a:off x="6339840" y="1544108"/>
            <a:ext cx="5477691" cy="779236"/>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7" name="Platshållare för innehåll 14">
            <a:extLst>
              <a:ext uri="{FF2B5EF4-FFF2-40B4-BE49-F238E27FC236}">
                <a16:creationId xmlns:a16="http://schemas.microsoft.com/office/drawing/2014/main" id="{87F32910-C21A-4737-493F-4A018B17A8E3}"/>
              </a:ext>
            </a:extLst>
          </p:cNvPr>
          <p:cNvSpPr>
            <a:spLocks noGrp="1"/>
          </p:cNvSpPr>
          <p:nvPr>
            <p:ph sz="quarter" idx="18" hasCustomPrompt="1"/>
          </p:nvPr>
        </p:nvSpPr>
        <p:spPr>
          <a:xfrm>
            <a:off x="374470" y="2417380"/>
            <a:ext cx="5477691" cy="3773870"/>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Infoga tabell eller diagram</a:t>
            </a:r>
          </a:p>
        </p:txBody>
      </p:sp>
      <p:sp>
        <p:nvSpPr>
          <p:cNvPr id="8" name="Platshållare för text 16">
            <a:extLst>
              <a:ext uri="{FF2B5EF4-FFF2-40B4-BE49-F238E27FC236}">
                <a16:creationId xmlns:a16="http://schemas.microsoft.com/office/drawing/2014/main" id="{83AA2A90-E19E-A5F1-4273-E01532306485}"/>
              </a:ext>
            </a:extLst>
          </p:cNvPr>
          <p:cNvSpPr>
            <a:spLocks noGrp="1"/>
          </p:cNvSpPr>
          <p:nvPr>
            <p:ph type="body" sz="quarter" idx="19" hasCustomPrompt="1"/>
          </p:nvPr>
        </p:nvSpPr>
        <p:spPr>
          <a:xfrm>
            <a:off x="374470" y="1544108"/>
            <a:ext cx="5477691" cy="779236"/>
          </a:xfrm>
          <a:prstGeom prst="rect">
            <a:avLst/>
          </a:prstGeom>
        </p:spPr>
        <p:txBody>
          <a:bodyPr>
            <a:noAutofit/>
          </a:bodyPr>
          <a:lstStyle>
            <a:lvl1pPr marL="0" indent="0">
              <a:buFont typeface="Arial" panose="020B0604020202020204" pitchFamily="34" charset="0"/>
              <a:buNone/>
              <a:defRPr sz="1800">
                <a:solidFill>
                  <a:schemeClr val="tx1"/>
                </a:solidFill>
              </a:defRPr>
            </a:lvl1pPr>
            <a:lvl2pPr>
              <a:defRPr sz="1800">
                <a:solidFill>
                  <a:schemeClr val="tx1"/>
                </a:solidFill>
              </a:defRPr>
            </a:lvl2pPr>
            <a:lvl3pPr>
              <a:defRPr sz="1800">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stStyle>
          <a:p>
            <a:pPr lvl="0"/>
            <a:r>
              <a:rPr lang="sv-SE"/>
              <a:t>Förklarande text till tabell eller diagram.</a:t>
            </a:r>
          </a:p>
        </p:txBody>
      </p:sp>
      <p:sp>
        <p:nvSpPr>
          <p:cNvPr id="16" name="Platshållare för text 12">
            <a:extLst>
              <a:ext uri="{FF2B5EF4-FFF2-40B4-BE49-F238E27FC236}">
                <a16:creationId xmlns:a16="http://schemas.microsoft.com/office/drawing/2014/main" id="{17172267-9228-C21B-9BF8-25ECC8755BB2}"/>
              </a:ext>
            </a:extLst>
          </p:cNvPr>
          <p:cNvSpPr>
            <a:spLocks noGrp="1"/>
          </p:cNvSpPr>
          <p:nvPr>
            <p:ph type="body" sz="quarter" idx="14" hasCustomPrompt="1"/>
          </p:nvPr>
        </p:nvSpPr>
        <p:spPr>
          <a:xfrm>
            <a:off x="2499361" y="975360"/>
            <a:ext cx="9353006" cy="365125"/>
          </a:xfrm>
          <a:prstGeom prst="rect">
            <a:avLst/>
          </a:prstGeom>
        </p:spPr>
        <p:txBody>
          <a:bodyPr>
            <a:noAutofit/>
          </a:bodyPr>
          <a:lstStyle>
            <a:lvl1pPr marL="0" indent="0">
              <a:buNone/>
              <a:defRPr sz="2400">
                <a:solidFill>
                  <a:schemeClr val="tx1"/>
                </a:solidFill>
              </a:defRPr>
            </a:lvl1pPr>
          </a:lstStyle>
          <a:p>
            <a:pPr lvl="0"/>
            <a:r>
              <a:rPr lang="sv-SE"/>
              <a:t>Underrubrik</a:t>
            </a:r>
          </a:p>
        </p:txBody>
      </p:sp>
      <p:sp>
        <p:nvSpPr>
          <p:cNvPr id="17" name="Rubrik 9">
            <a:extLst>
              <a:ext uri="{FF2B5EF4-FFF2-40B4-BE49-F238E27FC236}">
                <a16:creationId xmlns:a16="http://schemas.microsoft.com/office/drawing/2014/main" id="{723CA098-8355-BA33-A38F-89A03D9DCCB0}"/>
              </a:ext>
            </a:extLst>
          </p:cNvPr>
          <p:cNvSpPr>
            <a:spLocks noGrp="1"/>
          </p:cNvSpPr>
          <p:nvPr>
            <p:ph type="title"/>
          </p:nvPr>
        </p:nvSpPr>
        <p:spPr>
          <a:xfrm>
            <a:off x="2499359" y="215288"/>
            <a:ext cx="9353006" cy="720000"/>
          </a:xfrm>
        </p:spPr>
        <p:txBody>
          <a:bodyPr/>
          <a:lstStyle>
            <a:lvl1pPr>
              <a:defRPr>
                <a:solidFill>
                  <a:schemeClr val="tx1"/>
                </a:solidFill>
              </a:defRPr>
            </a:lvl1pPr>
          </a:lstStyle>
          <a:p>
            <a:r>
              <a:rPr lang="sv-SE" dirty="0"/>
              <a:t>Klicka här för att ändra mall </a:t>
            </a:r>
          </a:p>
        </p:txBody>
      </p:sp>
    </p:spTree>
    <p:extLst>
      <p:ext uri="{BB962C8B-B14F-4D97-AF65-F5344CB8AC3E}">
        <p14:creationId xmlns:p14="http://schemas.microsoft.com/office/powerpoint/2010/main" val="4001404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Utfallande bild med textruta, beige">
    <p:bg>
      <p:bgPr>
        <a:solidFill>
          <a:srgbClr val="F7F2EB"/>
        </a:solidFill>
        <a:effectLst/>
      </p:bgPr>
    </p:bg>
    <p:spTree>
      <p:nvGrpSpPr>
        <p:cNvPr id="1" name=""/>
        <p:cNvGrpSpPr/>
        <p:nvPr/>
      </p:nvGrpSpPr>
      <p:grpSpPr>
        <a:xfrm>
          <a:off x="0" y="0"/>
          <a:ext cx="0" cy="0"/>
          <a:chOff x="0" y="0"/>
          <a:chExt cx="0" cy="0"/>
        </a:xfrm>
      </p:grpSpPr>
      <p:sp>
        <p:nvSpPr>
          <p:cNvPr id="6" name="Platshållare för bild 5">
            <a:extLst>
              <a:ext uri="{FF2B5EF4-FFF2-40B4-BE49-F238E27FC236}">
                <a16:creationId xmlns:a16="http://schemas.microsoft.com/office/drawing/2014/main" id="{908E459A-1DD8-D673-1B7D-5A47E4627107}"/>
              </a:ext>
            </a:extLst>
          </p:cNvPr>
          <p:cNvSpPr>
            <a:spLocks noGrp="1"/>
          </p:cNvSpPr>
          <p:nvPr>
            <p:ph type="pic" sz="quarter" idx="13"/>
          </p:nvPr>
        </p:nvSpPr>
        <p:spPr>
          <a:xfrm>
            <a:off x="0" y="0"/>
            <a:ext cx="12192000" cy="6858000"/>
          </a:xfrm>
        </p:spPr>
        <p:txBody>
          <a:bodyPr/>
          <a:lstStyle>
            <a:lvl1pPr marL="0" indent="0" algn="ctr">
              <a:buNone/>
              <a:defRPr sz="1400">
                <a:solidFill>
                  <a:schemeClr val="tx1"/>
                </a:solidFill>
              </a:defRPr>
            </a:lvl1pPr>
          </a:lstStyle>
          <a:p>
            <a:r>
              <a:rPr lang="sv-SE"/>
              <a:t>Klicka på ikonen för att </a:t>
            </a:r>
          </a:p>
          <a:p>
            <a:r>
              <a:rPr lang="sv-SE"/>
              <a:t>lägga till en bild.</a:t>
            </a:r>
          </a:p>
          <a:p>
            <a:r>
              <a:rPr lang="sv-SE"/>
              <a:t>Tänk på att bilden behöver vara </a:t>
            </a:r>
          </a:p>
          <a:p>
            <a:r>
              <a:rPr lang="sv-SE"/>
              <a:t>ljus så att loggan syns.</a:t>
            </a:r>
          </a:p>
        </p:txBody>
      </p:sp>
      <p:sp>
        <p:nvSpPr>
          <p:cNvPr id="2" name="Platshållare för datum 1">
            <a:extLst>
              <a:ext uri="{FF2B5EF4-FFF2-40B4-BE49-F238E27FC236}">
                <a16:creationId xmlns:a16="http://schemas.microsoft.com/office/drawing/2014/main" id="{3C9AA39D-994F-D672-1A92-949D21179B1B}"/>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23E830D1-9B43-4A41-B3A1-206CB98018A1}" type="datetime1">
              <a:rPr lang="sv-SE" smtClean="0"/>
              <a:pPr/>
              <a:t>2026-06-17</a:t>
            </a:fld>
            <a:endParaRPr lang="sv-SE"/>
          </a:p>
        </p:txBody>
      </p:sp>
      <p:sp>
        <p:nvSpPr>
          <p:cNvPr id="3" name="Platshållare för sidfot 2">
            <a:extLst>
              <a:ext uri="{FF2B5EF4-FFF2-40B4-BE49-F238E27FC236}">
                <a16:creationId xmlns:a16="http://schemas.microsoft.com/office/drawing/2014/main" id="{99A9CFFB-D456-6463-A4BD-CE70F4CD1A1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sv-SE"/>
              <a:t>Sidfottext</a:t>
            </a:r>
          </a:p>
        </p:txBody>
      </p:sp>
      <p:sp>
        <p:nvSpPr>
          <p:cNvPr id="5" name="Platshållare för text 7">
            <a:extLst>
              <a:ext uri="{FF2B5EF4-FFF2-40B4-BE49-F238E27FC236}">
                <a16:creationId xmlns:a16="http://schemas.microsoft.com/office/drawing/2014/main" id="{A9979B33-E4C5-CC52-41BD-8785520D94EF}"/>
              </a:ext>
              <a:ext uri="{C183D7F6-B498-43B3-948B-1728B52AA6E4}">
                <adec:decorative xmlns:adec="http://schemas.microsoft.com/office/drawing/2017/decorative" val="1"/>
              </a:ext>
            </a:extLst>
          </p:cNvPr>
          <p:cNvSpPr>
            <a:spLocks noGrp="1"/>
          </p:cNvSpPr>
          <p:nvPr>
            <p:ph type="body" sz="quarter" idx="14" hasCustomPrompt="1"/>
          </p:nvPr>
        </p:nvSpPr>
        <p:spPr>
          <a:xfrm>
            <a:off x="407892" y="311234"/>
            <a:ext cx="1332000" cy="551506"/>
          </a:xfrm>
          <a:blipFill>
            <a:blip r:embed="rId2"/>
            <a:stretch>
              <a:fillRect/>
            </a:stretch>
          </a:blipFill>
        </p:spPr>
        <p:txBody>
          <a:bodyPr/>
          <a:lstStyle>
            <a:lvl1pPr marL="0" indent="0">
              <a:buNone/>
              <a:defRPr>
                <a:solidFill>
                  <a:schemeClr val="accent3"/>
                </a:solidFill>
              </a:defRPr>
            </a:lvl1pPr>
          </a:lstStyle>
          <a:p>
            <a:pPr lvl="0"/>
            <a:r>
              <a:rPr lang="sv-SE"/>
              <a:t> </a:t>
            </a:r>
          </a:p>
        </p:txBody>
      </p:sp>
      <p:sp>
        <p:nvSpPr>
          <p:cNvPr id="4" name="Platshållare för bildnummer 3">
            <a:extLst>
              <a:ext uri="{FF2B5EF4-FFF2-40B4-BE49-F238E27FC236}">
                <a16:creationId xmlns:a16="http://schemas.microsoft.com/office/drawing/2014/main" id="{12CEC6D5-E7B1-0BCE-0744-951A473470B5}"/>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0EA8761A-F05C-4F01-AE76-2EF79F772060}" type="slidenum">
              <a:rPr lang="sv-SE" smtClean="0"/>
              <a:pPr/>
              <a:t>‹#›</a:t>
            </a:fld>
            <a:endParaRPr lang="sv-SE"/>
          </a:p>
        </p:txBody>
      </p:sp>
      <p:sp>
        <p:nvSpPr>
          <p:cNvPr id="9" name="Platshållare för text 3">
            <a:extLst>
              <a:ext uri="{FF2B5EF4-FFF2-40B4-BE49-F238E27FC236}">
                <a16:creationId xmlns:a16="http://schemas.microsoft.com/office/drawing/2014/main" id="{7E5722EE-4741-26D2-2E7E-A7403FC0D738}"/>
              </a:ext>
            </a:extLst>
          </p:cNvPr>
          <p:cNvSpPr>
            <a:spLocks noGrp="1"/>
          </p:cNvSpPr>
          <p:nvPr>
            <p:ph type="body" sz="half" idx="2"/>
          </p:nvPr>
        </p:nvSpPr>
        <p:spPr>
          <a:xfrm>
            <a:off x="7683334" y="0"/>
            <a:ext cx="4218856" cy="6610662"/>
          </a:xfrm>
          <a:solidFill>
            <a:schemeClr val="accent4"/>
          </a:solidFill>
        </p:spPr>
        <p:txBody>
          <a:bodyPr/>
          <a:lstStyle>
            <a:lvl1pPr marL="0" indent="0">
              <a:buNone/>
              <a:defRPr sz="2000">
                <a:solidFill>
                  <a:srgbClr val="FFCEC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sv-SE" dirty="0"/>
          </a:p>
        </p:txBody>
      </p:sp>
      <p:sp>
        <p:nvSpPr>
          <p:cNvPr id="7" name="Platshållare för text 14">
            <a:extLst>
              <a:ext uri="{FF2B5EF4-FFF2-40B4-BE49-F238E27FC236}">
                <a16:creationId xmlns:a16="http://schemas.microsoft.com/office/drawing/2014/main" id="{DC0972F1-48ED-8211-5A08-9A3500CD2AD4}"/>
              </a:ext>
            </a:extLst>
          </p:cNvPr>
          <p:cNvSpPr>
            <a:spLocks noGrp="1"/>
          </p:cNvSpPr>
          <p:nvPr>
            <p:ph type="body" sz="quarter" idx="15" hasCustomPrompt="1"/>
          </p:nvPr>
        </p:nvSpPr>
        <p:spPr>
          <a:xfrm>
            <a:off x="7808913" y="2773587"/>
            <a:ext cx="3984625" cy="3709761"/>
          </a:xfrm>
        </p:spPr>
        <p:txBody>
          <a:bodyPr>
            <a:noAutofit/>
          </a:bodyPr>
          <a:lstStyle>
            <a:lvl1pPr>
              <a:defRPr sz="2400">
                <a:solidFill>
                  <a:schemeClr val="tx1"/>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Text</a:t>
            </a:r>
          </a:p>
        </p:txBody>
      </p:sp>
      <p:sp>
        <p:nvSpPr>
          <p:cNvPr id="10" name="Rubrik 9">
            <a:extLst>
              <a:ext uri="{FF2B5EF4-FFF2-40B4-BE49-F238E27FC236}">
                <a16:creationId xmlns:a16="http://schemas.microsoft.com/office/drawing/2014/main" id="{907E57AF-5F2F-F565-91DC-C6E28A8868AA}"/>
              </a:ext>
            </a:extLst>
          </p:cNvPr>
          <p:cNvSpPr>
            <a:spLocks noGrp="1"/>
          </p:cNvSpPr>
          <p:nvPr>
            <p:ph type="title"/>
          </p:nvPr>
        </p:nvSpPr>
        <p:spPr/>
        <p:txBody>
          <a:bodyPr/>
          <a:lstStyle>
            <a:lvl1pPr>
              <a:defRPr>
                <a:solidFill>
                  <a:schemeClr val="tx1"/>
                </a:solidFill>
              </a:defRPr>
            </a:lvl1pPr>
          </a:lstStyle>
          <a:p>
            <a:r>
              <a:rPr lang="sv-SE" dirty="0"/>
              <a:t>Klicka här</a:t>
            </a:r>
          </a:p>
        </p:txBody>
      </p:sp>
    </p:spTree>
    <p:extLst>
      <p:ext uri="{BB962C8B-B14F-4D97-AF65-F5344CB8AC3E}">
        <p14:creationId xmlns:p14="http://schemas.microsoft.com/office/powerpoint/2010/main" val="16447876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Utfallande bild med textruta, rosa">
    <p:bg>
      <p:bgPr>
        <a:solidFill>
          <a:srgbClr val="F7F2EB"/>
        </a:solidFill>
        <a:effectLst/>
      </p:bgPr>
    </p:bg>
    <p:spTree>
      <p:nvGrpSpPr>
        <p:cNvPr id="1" name=""/>
        <p:cNvGrpSpPr/>
        <p:nvPr/>
      </p:nvGrpSpPr>
      <p:grpSpPr>
        <a:xfrm>
          <a:off x="0" y="0"/>
          <a:ext cx="0" cy="0"/>
          <a:chOff x="0" y="0"/>
          <a:chExt cx="0" cy="0"/>
        </a:xfrm>
      </p:grpSpPr>
      <p:sp>
        <p:nvSpPr>
          <p:cNvPr id="6" name="Platshållare för bild 5">
            <a:extLst>
              <a:ext uri="{FF2B5EF4-FFF2-40B4-BE49-F238E27FC236}">
                <a16:creationId xmlns:a16="http://schemas.microsoft.com/office/drawing/2014/main" id="{908E459A-1DD8-D673-1B7D-5A47E4627107}"/>
              </a:ext>
            </a:extLst>
          </p:cNvPr>
          <p:cNvSpPr>
            <a:spLocks noGrp="1"/>
          </p:cNvSpPr>
          <p:nvPr>
            <p:ph type="pic" sz="quarter" idx="13"/>
          </p:nvPr>
        </p:nvSpPr>
        <p:spPr>
          <a:xfrm>
            <a:off x="0" y="0"/>
            <a:ext cx="12192000" cy="6858000"/>
          </a:xfrm>
        </p:spPr>
        <p:txBody>
          <a:bodyPr/>
          <a:lstStyle>
            <a:lvl1pPr marL="0" indent="0" algn="ctr">
              <a:buNone/>
              <a:defRPr sz="1400">
                <a:solidFill>
                  <a:schemeClr val="tx2"/>
                </a:solidFill>
              </a:defRPr>
            </a:lvl1pPr>
          </a:lstStyle>
          <a:p>
            <a:r>
              <a:rPr lang="sv-SE"/>
              <a:t>Klicka på ikonen för att </a:t>
            </a:r>
          </a:p>
          <a:p>
            <a:r>
              <a:rPr lang="sv-SE"/>
              <a:t>lägga till en bild.</a:t>
            </a:r>
          </a:p>
          <a:p>
            <a:r>
              <a:rPr lang="sv-SE"/>
              <a:t>Tänk på att bilden behöver vara </a:t>
            </a:r>
          </a:p>
          <a:p>
            <a:r>
              <a:rPr lang="sv-SE"/>
              <a:t>ljus så att loggan syns.</a:t>
            </a:r>
          </a:p>
        </p:txBody>
      </p:sp>
      <p:sp>
        <p:nvSpPr>
          <p:cNvPr id="2" name="Platshållare för datum 1">
            <a:extLst>
              <a:ext uri="{FF2B5EF4-FFF2-40B4-BE49-F238E27FC236}">
                <a16:creationId xmlns:a16="http://schemas.microsoft.com/office/drawing/2014/main" id="{3C9AA39D-994F-D672-1A92-949D21179B1B}"/>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2"/>
                </a:solidFill>
              </a:defRPr>
            </a:lvl1pPr>
          </a:lstStyle>
          <a:p>
            <a:fld id="{23E830D1-9B43-4A41-B3A1-206CB98018A1}" type="datetime1">
              <a:rPr lang="sv-SE" smtClean="0"/>
              <a:pPr/>
              <a:t>2026-06-17</a:t>
            </a:fld>
            <a:endParaRPr lang="sv-SE"/>
          </a:p>
        </p:txBody>
      </p:sp>
      <p:sp>
        <p:nvSpPr>
          <p:cNvPr id="3" name="Platshållare för sidfot 2">
            <a:extLst>
              <a:ext uri="{FF2B5EF4-FFF2-40B4-BE49-F238E27FC236}">
                <a16:creationId xmlns:a16="http://schemas.microsoft.com/office/drawing/2014/main" id="{99A9CFFB-D456-6463-A4BD-CE70F4CD1A1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2"/>
                </a:solidFill>
              </a:defRPr>
            </a:lvl1pPr>
          </a:lstStyle>
          <a:p>
            <a:r>
              <a:rPr lang="sv-SE"/>
              <a:t>Sidfottext</a:t>
            </a:r>
          </a:p>
        </p:txBody>
      </p:sp>
      <p:sp>
        <p:nvSpPr>
          <p:cNvPr id="5" name="Platshållare för text 7">
            <a:extLst>
              <a:ext uri="{FF2B5EF4-FFF2-40B4-BE49-F238E27FC236}">
                <a16:creationId xmlns:a16="http://schemas.microsoft.com/office/drawing/2014/main" id="{A9979B33-E4C5-CC52-41BD-8785520D94EF}"/>
              </a:ext>
              <a:ext uri="{C183D7F6-B498-43B3-948B-1728B52AA6E4}">
                <adec:decorative xmlns:adec="http://schemas.microsoft.com/office/drawing/2017/decorative" val="1"/>
              </a:ext>
            </a:extLst>
          </p:cNvPr>
          <p:cNvSpPr>
            <a:spLocks noGrp="1"/>
          </p:cNvSpPr>
          <p:nvPr>
            <p:ph type="body" sz="quarter" idx="14" hasCustomPrompt="1"/>
          </p:nvPr>
        </p:nvSpPr>
        <p:spPr>
          <a:xfrm>
            <a:off x="407892" y="311234"/>
            <a:ext cx="1332000" cy="551506"/>
          </a:xfrm>
          <a:blipFill>
            <a:blip r:embed="rId2"/>
            <a:stretch>
              <a:fillRect/>
            </a:stretch>
          </a:blipFill>
        </p:spPr>
        <p:txBody>
          <a:bodyPr/>
          <a:lstStyle>
            <a:lvl1pPr marL="0" indent="0">
              <a:buNone/>
              <a:defRPr>
                <a:solidFill>
                  <a:schemeClr val="tx2"/>
                </a:solidFill>
              </a:defRPr>
            </a:lvl1pPr>
          </a:lstStyle>
          <a:p>
            <a:pPr lvl="0"/>
            <a:r>
              <a:rPr lang="sv-SE"/>
              <a:t> </a:t>
            </a:r>
          </a:p>
        </p:txBody>
      </p:sp>
      <p:sp>
        <p:nvSpPr>
          <p:cNvPr id="4" name="Platshållare för bildnummer 3">
            <a:extLst>
              <a:ext uri="{FF2B5EF4-FFF2-40B4-BE49-F238E27FC236}">
                <a16:creationId xmlns:a16="http://schemas.microsoft.com/office/drawing/2014/main" id="{12CEC6D5-E7B1-0BCE-0744-951A473470B5}"/>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2"/>
                </a:solidFill>
              </a:defRPr>
            </a:lvl1pPr>
          </a:lstStyle>
          <a:p>
            <a:fld id="{0EA8761A-F05C-4F01-AE76-2EF79F772060}" type="slidenum">
              <a:rPr lang="sv-SE" smtClean="0"/>
              <a:pPr/>
              <a:t>‹#›</a:t>
            </a:fld>
            <a:endParaRPr lang="sv-SE"/>
          </a:p>
        </p:txBody>
      </p:sp>
      <p:sp>
        <p:nvSpPr>
          <p:cNvPr id="9" name="Platshållare för text 3">
            <a:extLst>
              <a:ext uri="{FF2B5EF4-FFF2-40B4-BE49-F238E27FC236}">
                <a16:creationId xmlns:a16="http://schemas.microsoft.com/office/drawing/2014/main" id="{7E5722EE-4741-26D2-2E7E-A7403FC0D738}"/>
              </a:ext>
            </a:extLst>
          </p:cNvPr>
          <p:cNvSpPr>
            <a:spLocks noGrp="1"/>
          </p:cNvSpPr>
          <p:nvPr>
            <p:ph type="body" sz="half" idx="2"/>
          </p:nvPr>
        </p:nvSpPr>
        <p:spPr>
          <a:xfrm>
            <a:off x="7683334" y="0"/>
            <a:ext cx="4218856" cy="6610662"/>
          </a:xfrm>
          <a:solidFill>
            <a:schemeClr val="accent5"/>
          </a:solidFill>
        </p:spPr>
        <p:txBody>
          <a:bodyPr/>
          <a:lstStyle>
            <a:lvl1pPr marL="0" indent="0">
              <a:buNone/>
              <a:defRPr sz="2000">
                <a:solidFill>
                  <a:schemeClr val="accent5"/>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sv-SE" dirty="0"/>
          </a:p>
        </p:txBody>
      </p:sp>
      <p:sp>
        <p:nvSpPr>
          <p:cNvPr id="7" name="Platshållare för text 14">
            <a:extLst>
              <a:ext uri="{FF2B5EF4-FFF2-40B4-BE49-F238E27FC236}">
                <a16:creationId xmlns:a16="http://schemas.microsoft.com/office/drawing/2014/main" id="{DC0972F1-48ED-8211-5A08-9A3500CD2AD4}"/>
              </a:ext>
            </a:extLst>
          </p:cNvPr>
          <p:cNvSpPr>
            <a:spLocks noGrp="1"/>
          </p:cNvSpPr>
          <p:nvPr>
            <p:ph type="body" sz="quarter" idx="15" hasCustomPrompt="1"/>
          </p:nvPr>
        </p:nvSpPr>
        <p:spPr>
          <a:xfrm>
            <a:off x="7808913" y="2773587"/>
            <a:ext cx="3984625" cy="3709761"/>
          </a:xfrm>
        </p:spPr>
        <p:txBody>
          <a:bodyPr>
            <a:noAutofit/>
          </a:bodyPr>
          <a:lstStyle>
            <a:lvl1pPr>
              <a:defRPr sz="2400">
                <a:solidFill>
                  <a:schemeClr val="tx2"/>
                </a:solidFill>
              </a:defRPr>
            </a:lvl1pPr>
            <a:lvl2pPr>
              <a:defRPr>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solidFill>
                  <a:schemeClr val="tx1"/>
                </a:solidFill>
              </a:defRPr>
            </a:lvl6pPr>
            <a:lvl7pPr>
              <a:defRPr sz="2400">
                <a:solidFill>
                  <a:schemeClr val="tx1"/>
                </a:solidFill>
              </a:defRPr>
            </a:lvl7pPr>
            <a:lvl8pPr>
              <a:defRPr sz="2400">
                <a:solidFill>
                  <a:schemeClr val="tx1"/>
                </a:solidFill>
              </a:defRPr>
            </a:lvl8pPr>
            <a:lvl9pPr>
              <a:defRPr sz="2400">
                <a:solidFill>
                  <a:schemeClr val="tx1"/>
                </a:solidFill>
              </a:defRPr>
            </a:lvl9pPr>
          </a:lstStyle>
          <a:p>
            <a:pPr lvl="0"/>
            <a:r>
              <a:rPr lang="sv-SE"/>
              <a:t>Text</a:t>
            </a:r>
          </a:p>
        </p:txBody>
      </p:sp>
      <p:sp>
        <p:nvSpPr>
          <p:cNvPr id="10" name="Rubrik 9">
            <a:extLst>
              <a:ext uri="{FF2B5EF4-FFF2-40B4-BE49-F238E27FC236}">
                <a16:creationId xmlns:a16="http://schemas.microsoft.com/office/drawing/2014/main" id="{907E57AF-5F2F-F565-91DC-C6E28A8868AA}"/>
              </a:ext>
            </a:extLst>
          </p:cNvPr>
          <p:cNvSpPr>
            <a:spLocks noGrp="1"/>
          </p:cNvSpPr>
          <p:nvPr>
            <p:ph type="title"/>
          </p:nvPr>
        </p:nvSpPr>
        <p:spPr/>
        <p:txBody>
          <a:bodyPr/>
          <a:lstStyle>
            <a:lvl1pPr>
              <a:defRPr>
                <a:solidFill>
                  <a:schemeClr val="tx2"/>
                </a:solidFill>
              </a:defRPr>
            </a:lvl1pPr>
          </a:lstStyle>
          <a:p>
            <a:r>
              <a:rPr lang="sv-SE" dirty="0"/>
              <a:t>Klicka här</a:t>
            </a:r>
          </a:p>
        </p:txBody>
      </p:sp>
    </p:spTree>
    <p:extLst>
      <p:ext uri="{BB962C8B-B14F-4D97-AF65-F5344CB8AC3E}">
        <p14:creationId xmlns:p14="http://schemas.microsoft.com/office/powerpoint/2010/main" val="35258510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Utfallande bild med textruta, blå">
    <p:bg>
      <p:bgPr>
        <a:solidFill>
          <a:srgbClr val="DFEFEB"/>
        </a:solidFill>
        <a:effectLst/>
      </p:bgPr>
    </p:bg>
    <p:spTree>
      <p:nvGrpSpPr>
        <p:cNvPr id="1" name=""/>
        <p:cNvGrpSpPr/>
        <p:nvPr/>
      </p:nvGrpSpPr>
      <p:grpSpPr>
        <a:xfrm>
          <a:off x="0" y="0"/>
          <a:ext cx="0" cy="0"/>
          <a:chOff x="0" y="0"/>
          <a:chExt cx="0" cy="0"/>
        </a:xfrm>
      </p:grpSpPr>
      <p:sp>
        <p:nvSpPr>
          <p:cNvPr id="6" name="Platshållare för bild 5">
            <a:extLst>
              <a:ext uri="{FF2B5EF4-FFF2-40B4-BE49-F238E27FC236}">
                <a16:creationId xmlns:a16="http://schemas.microsoft.com/office/drawing/2014/main" id="{908E459A-1DD8-D673-1B7D-5A47E4627107}"/>
              </a:ext>
            </a:extLst>
          </p:cNvPr>
          <p:cNvSpPr>
            <a:spLocks noGrp="1"/>
          </p:cNvSpPr>
          <p:nvPr>
            <p:ph type="pic" sz="quarter" idx="13"/>
          </p:nvPr>
        </p:nvSpPr>
        <p:spPr>
          <a:xfrm>
            <a:off x="0" y="0"/>
            <a:ext cx="12192000" cy="6858000"/>
          </a:xfrm>
        </p:spPr>
        <p:txBody>
          <a:bodyPr/>
          <a:lstStyle>
            <a:lvl1pPr marL="0" indent="0" algn="ctr">
              <a:buNone/>
              <a:defRPr sz="1400">
                <a:solidFill>
                  <a:schemeClr val="accent2"/>
                </a:solidFill>
              </a:defRPr>
            </a:lvl1pPr>
          </a:lstStyle>
          <a:p>
            <a:r>
              <a:rPr lang="sv-SE"/>
              <a:t>Klicka på ikonen för att </a:t>
            </a:r>
          </a:p>
          <a:p>
            <a:r>
              <a:rPr lang="sv-SE"/>
              <a:t>lägga till en bild.</a:t>
            </a:r>
          </a:p>
          <a:p>
            <a:r>
              <a:rPr lang="sv-SE"/>
              <a:t>Tänk på att bilden behöver vara </a:t>
            </a:r>
          </a:p>
          <a:p>
            <a:r>
              <a:rPr lang="sv-SE"/>
              <a:t>mörk så att loggan syns.</a:t>
            </a:r>
          </a:p>
        </p:txBody>
      </p:sp>
      <p:sp>
        <p:nvSpPr>
          <p:cNvPr id="2" name="Platshållare för datum 1">
            <a:extLst>
              <a:ext uri="{FF2B5EF4-FFF2-40B4-BE49-F238E27FC236}">
                <a16:creationId xmlns:a16="http://schemas.microsoft.com/office/drawing/2014/main" id="{3C9AA39D-994F-D672-1A92-949D21179B1B}"/>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accent3"/>
                </a:solidFill>
              </a:defRPr>
            </a:lvl1pPr>
          </a:lstStyle>
          <a:p>
            <a:fld id="{23E830D1-9B43-4A41-B3A1-206CB98018A1}" type="datetime1">
              <a:rPr lang="sv-SE" smtClean="0"/>
              <a:pPr/>
              <a:t>2026-06-17</a:t>
            </a:fld>
            <a:endParaRPr lang="sv-SE"/>
          </a:p>
        </p:txBody>
      </p:sp>
      <p:sp>
        <p:nvSpPr>
          <p:cNvPr id="3" name="Platshållare för sidfot 2">
            <a:extLst>
              <a:ext uri="{FF2B5EF4-FFF2-40B4-BE49-F238E27FC236}">
                <a16:creationId xmlns:a16="http://schemas.microsoft.com/office/drawing/2014/main" id="{99A9CFFB-D456-6463-A4BD-CE70F4CD1A1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accent3"/>
                </a:solidFill>
              </a:defRPr>
            </a:lvl1pPr>
          </a:lstStyle>
          <a:p>
            <a:r>
              <a:rPr lang="sv-SE"/>
              <a:t>Sidfottext</a:t>
            </a:r>
          </a:p>
        </p:txBody>
      </p:sp>
      <p:sp>
        <p:nvSpPr>
          <p:cNvPr id="4" name="Platshållare för bildnummer 3">
            <a:extLst>
              <a:ext uri="{FF2B5EF4-FFF2-40B4-BE49-F238E27FC236}">
                <a16:creationId xmlns:a16="http://schemas.microsoft.com/office/drawing/2014/main" id="{12CEC6D5-E7B1-0BCE-0744-951A473470B5}"/>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accent3"/>
                </a:solidFill>
              </a:defRPr>
            </a:lvl1pPr>
          </a:lstStyle>
          <a:p>
            <a:fld id="{0EA8761A-F05C-4F01-AE76-2EF79F772060}" type="slidenum">
              <a:rPr lang="sv-SE" smtClean="0"/>
              <a:pPr/>
              <a:t>‹#›</a:t>
            </a:fld>
            <a:endParaRPr lang="sv-SE"/>
          </a:p>
        </p:txBody>
      </p:sp>
      <p:sp>
        <p:nvSpPr>
          <p:cNvPr id="9" name="Platshållare för text 3">
            <a:extLst>
              <a:ext uri="{FF2B5EF4-FFF2-40B4-BE49-F238E27FC236}">
                <a16:creationId xmlns:a16="http://schemas.microsoft.com/office/drawing/2014/main" id="{7E5722EE-4741-26D2-2E7E-A7403FC0D738}"/>
              </a:ext>
            </a:extLst>
          </p:cNvPr>
          <p:cNvSpPr>
            <a:spLocks noGrp="1"/>
          </p:cNvSpPr>
          <p:nvPr>
            <p:ph type="body" sz="half" idx="2"/>
          </p:nvPr>
        </p:nvSpPr>
        <p:spPr>
          <a:xfrm>
            <a:off x="7683334" y="0"/>
            <a:ext cx="4218856" cy="6610662"/>
          </a:xfrm>
          <a:solidFill>
            <a:schemeClr val="accent2"/>
          </a:solidFill>
        </p:spPr>
        <p:txBody>
          <a:bodyPr/>
          <a:lstStyle>
            <a:lvl1pPr marL="0" indent="0">
              <a:buNone/>
              <a:defRPr sz="20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sv-SE"/>
          </a:p>
        </p:txBody>
      </p:sp>
      <p:sp>
        <p:nvSpPr>
          <p:cNvPr id="7" name="Platshållare för text 14">
            <a:extLst>
              <a:ext uri="{FF2B5EF4-FFF2-40B4-BE49-F238E27FC236}">
                <a16:creationId xmlns:a16="http://schemas.microsoft.com/office/drawing/2014/main" id="{DC0972F1-48ED-8211-5A08-9A3500CD2AD4}"/>
              </a:ext>
            </a:extLst>
          </p:cNvPr>
          <p:cNvSpPr>
            <a:spLocks noGrp="1"/>
          </p:cNvSpPr>
          <p:nvPr>
            <p:ph type="body" sz="quarter" idx="15" hasCustomPrompt="1"/>
          </p:nvPr>
        </p:nvSpPr>
        <p:spPr>
          <a:xfrm>
            <a:off x="7808913" y="2773587"/>
            <a:ext cx="3984625" cy="3709761"/>
          </a:xfrm>
        </p:spPr>
        <p:txBody>
          <a:bodyPr>
            <a:noAutofit/>
          </a:bodyPr>
          <a:lstStyle>
            <a:lvl1pPr marL="0" indent="0">
              <a:buNone/>
              <a:defRPr sz="2400">
                <a:solidFill>
                  <a:schemeClr val="bg1"/>
                </a:solidFill>
              </a:defRPr>
            </a:lvl1pPr>
            <a:lvl2pPr>
              <a:defRPr>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vl6pPr>
              <a:defRPr sz="2400">
                <a:solidFill>
                  <a:schemeClr val="bg1"/>
                </a:solidFill>
              </a:defRPr>
            </a:lvl6pPr>
            <a:lvl7pPr>
              <a:defRPr sz="2400">
                <a:solidFill>
                  <a:schemeClr val="bg1"/>
                </a:solidFill>
              </a:defRPr>
            </a:lvl7pPr>
            <a:lvl8pPr>
              <a:defRPr sz="2400">
                <a:solidFill>
                  <a:schemeClr val="bg1"/>
                </a:solidFill>
              </a:defRPr>
            </a:lvl8pPr>
            <a:lvl9pPr>
              <a:defRPr sz="2400">
                <a:solidFill>
                  <a:schemeClr val="bg1"/>
                </a:solidFill>
              </a:defRPr>
            </a:lvl9pPr>
          </a:lstStyle>
          <a:p>
            <a:pPr lvl="0"/>
            <a:r>
              <a:rPr lang="sv-SE"/>
              <a:t>Text</a:t>
            </a:r>
          </a:p>
        </p:txBody>
      </p:sp>
      <p:sp>
        <p:nvSpPr>
          <p:cNvPr id="10" name="Platshållare för text 10">
            <a:extLst>
              <a:ext uri="{FF2B5EF4-FFF2-40B4-BE49-F238E27FC236}">
                <a16:creationId xmlns:a16="http://schemas.microsoft.com/office/drawing/2014/main" id="{3903763B-63FF-493B-859B-B29B57E2AC35}"/>
              </a:ext>
              <a:ext uri="{C183D7F6-B498-43B3-948B-1728B52AA6E4}">
                <adec:decorative xmlns:adec="http://schemas.microsoft.com/office/drawing/2017/decorative" val="1"/>
              </a:ext>
            </a:extLst>
          </p:cNvPr>
          <p:cNvSpPr>
            <a:spLocks noGrp="1"/>
          </p:cNvSpPr>
          <p:nvPr>
            <p:ph type="body" sz="quarter" idx="17" hasCustomPrompt="1"/>
          </p:nvPr>
        </p:nvSpPr>
        <p:spPr>
          <a:xfrm>
            <a:off x="407892" y="311234"/>
            <a:ext cx="1332000" cy="551506"/>
          </a:xfrm>
          <a:blipFill>
            <a:blip r:embed="rId2"/>
            <a:stretch>
              <a:fillRect/>
            </a:stretch>
          </a:blipFill>
        </p:spPr>
        <p:txBody>
          <a:bodyPr/>
          <a:lstStyle>
            <a:lvl1pPr marL="0" indent="0">
              <a:buNone/>
              <a:defRPr>
                <a:solidFill>
                  <a:schemeClr val="accent3"/>
                </a:solidFill>
              </a:defRPr>
            </a:lvl1pPr>
          </a:lstStyle>
          <a:p>
            <a:pPr lvl="0"/>
            <a:r>
              <a:rPr lang="sv-SE"/>
              <a:t> </a:t>
            </a:r>
          </a:p>
        </p:txBody>
      </p:sp>
      <p:sp>
        <p:nvSpPr>
          <p:cNvPr id="5" name="Rubrik 4">
            <a:extLst>
              <a:ext uri="{FF2B5EF4-FFF2-40B4-BE49-F238E27FC236}">
                <a16:creationId xmlns:a16="http://schemas.microsoft.com/office/drawing/2014/main" id="{0BBA167A-9A11-6A54-272C-1E19D76837E4}"/>
              </a:ext>
            </a:extLst>
          </p:cNvPr>
          <p:cNvSpPr>
            <a:spLocks noGrp="1"/>
          </p:cNvSpPr>
          <p:nvPr>
            <p:ph type="title"/>
          </p:nvPr>
        </p:nvSpPr>
        <p:spPr/>
        <p:txBody>
          <a:bodyPr/>
          <a:lstStyle>
            <a:lvl1pPr>
              <a:defRPr>
                <a:solidFill>
                  <a:schemeClr val="bg1"/>
                </a:solidFill>
              </a:defRPr>
            </a:lvl1pPr>
          </a:lstStyle>
          <a:p>
            <a:r>
              <a:rPr lang="sv-SE" dirty="0"/>
              <a:t>Klicka här</a:t>
            </a:r>
          </a:p>
        </p:txBody>
      </p:sp>
    </p:spTree>
    <p:extLst>
      <p:ext uri="{BB962C8B-B14F-4D97-AF65-F5344CB8AC3E}">
        <p14:creationId xmlns:p14="http://schemas.microsoft.com/office/powerpoint/2010/main" val="41809382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theme" Target="../theme/theme2.xml"/><Relationship Id="rId8"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theme" Target="../theme/theme3.xml"/><Relationship Id="rId11"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theme" Target="../theme/theme4.xml"/><Relationship Id="rId8"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slideLayout" Target="../slideLayouts/slideLayout41.xml"/><Relationship Id="rId13" Type="http://schemas.openxmlformats.org/officeDocument/2006/relationships/slideLayout" Target="../slideLayouts/slideLayout42.xml"/><Relationship Id="rId14" Type="http://schemas.openxmlformats.org/officeDocument/2006/relationships/slideLayout" Target="../slideLayouts/slideLayout43.xml"/><Relationship Id="rId15" Type="http://schemas.openxmlformats.org/officeDocument/2006/relationships/slideLayout" Target="../slideLayouts/slideLayout44.xml"/><Relationship Id="rId16" Type="http://schemas.openxmlformats.org/officeDocument/2006/relationships/theme" Target="../theme/theme5.xml"/><Relationship Id="rId17"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theme" Target="../theme/theme6.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EAE7"/>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B6ECBF91-2F08-F933-4D1A-F56983B364D7}"/>
              </a:ext>
            </a:extLst>
          </p:cNvPr>
          <p:cNvSpPr>
            <a:spLocks noGrp="1"/>
          </p:cNvSpPr>
          <p:nvPr>
            <p:ph type="title"/>
          </p:nvPr>
        </p:nvSpPr>
        <p:spPr>
          <a:xfrm>
            <a:off x="839788" y="2478025"/>
            <a:ext cx="10514012" cy="2353220"/>
          </a:xfrm>
          <a:prstGeom prst="rect">
            <a:avLst/>
          </a:prstGeom>
        </p:spPr>
        <p:txBody>
          <a:bodyPr vert="horz" lIns="91440" tIns="45720" rIns="91440" bIns="45720" rtlCol="0" anchor="b">
            <a:noAutofit/>
          </a:bodyPr>
          <a:lstStyle/>
          <a:p>
            <a:r>
              <a:rPr lang="sv-SE" dirty="0"/>
              <a:t>Klicka här</a:t>
            </a:r>
          </a:p>
        </p:txBody>
      </p:sp>
      <p:sp>
        <p:nvSpPr>
          <p:cNvPr id="3" name="Platshållare för text 2">
            <a:extLst>
              <a:ext uri="{FF2B5EF4-FFF2-40B4-BE49-F238E27FC236}">
                <a16:creationId xmlns:a16="http://schemas.microsoft.com/office/drawing/2014/main" id="{40BAD13D-9B41-3F4D-0042-EEF78B0A1B50}"/>
              </a:ext>
            </a:extLst>
          </p:cNvPr>
          <p:cNvSpPr>
            <a:spLocks noGrp="1"/>
          </p:cNvSpPr>
          <p:nvPr>
            <p:ph type="body" idx="1"/>
          </p:nvPr>
        </p:nvSpPr>
        <p:spPr>
          <a:xfrm>
            <a:off x="838200" y="4919471"/>
            <a:ext cx="10515600" cy="1257491"/>
          </a:xfrm>
          <a:prstGeom prst="rect">
            <a:avLst/>
          </a:prstGeom>
        </p:spPr>
        <p:txBody>
          <a:bodyPr vert="horz" lIns="91440" tIns="45720" rIns="91440" bIns="45720" rtlCol="0">
            <a:norm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0A869450-1C79-77EB-E2C7-3B855B9CB1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n-lt"/>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5BEC8C24-0538-E5A7-50D1-52A0E60CF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n-lt"/>
              </a:defRPr>
            </a:lvl1pPr>
          </a:lstStyle>
          <a:p>
            <a:endParaRPr lang="sv-SE"/>
          </a:p>
        </p:txBody>
      </p:sp>
      <p:sp>
        <p:nvSpPr>
          <p:cNvPr id="6" name="Platshållare för bildnummer 5">
            <a:extLst>
              <a:ext uri="{FF2B5EF4-FFF2-40B4-BE49-F238E27FC236}">
                <a16:creationId xmlns:a16="http://schemas.microsoft.com/office/drawing/2014/main" id="{4E1B03F5-3603-988A-120F-B9F8C6D4E7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n-lt"/>
              </a:defRPr>
            </a:lvl1pPr>
          </a:lstStyle>
          <a:p>
            <a:fld id="{D88021E2-E97B-4976-AF53-1A9B1E45C5FA}" type="slidenum">
              <a:rPr lang="sv-SE" smtClean="0"/>
              <a:pPr/>
              <a:t>‹#›</a:t>
            </a:fld>
            <a:endParaRPr lang="sv-SE"/>
          </a:p>
        </p:txBody>
      </p:sp>
      <p:sp>
        <p:nvSpPr>
          <p:cNvPr id="8" name="Platshållare för text 7">
            <a:extLst>
              <a:ext uri="{FF2B5EF4-FFF2-40B4-BE49-F238E27FC236}">
                <a16:creationId xmlns:a16="http://schemas.microsoft.com/office/drawing/2014/main" id="{FEF18A2F-1B92-68B3-D226-FD8FBBC5BAE0}"/>
              </a:ext>
              <a:ext uri="{C183D7F6-B498-43B3-948B-1728B52AA6E4}">
                <adec:decorative xmlns:adec="http://schemas.microsoft.com/office/drawing/2017/decorative" val="1"/>
              </a:ext>
            </a:extLst>
          </p:cNvPr>
          <p:cNvSpPr txBox="1">
            <a:spLocks/>
          </p:cNvSpPr>
          <p:nvPr/>
        </p:nvSpPr>
        <p:spPr>
          <a:xfrm>
            <a:off x="407892" y="311234"/>
            <a:ext cx="1332000" cy="551506"/>
          </a:xfrm>
          <a:prstGeom prst="rect">
            <a:avLst/>
          </a:prstGeom>
          <a:blipFill>
            <a:blip r:embed="rId10"/>
            <a:stretch>
              <a:fillRect/>
            </a:stretch>
          </a:blip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a:t> </a:t>
            </a:r>
          </a:p>
        </p:txBody>
      </p:sp>
    </p:spTree>
    <p:extLst>
      <p:ext uri="{BB962C8B-B14F-4D97-AF65-F5344CB8AC3E}">
        <p14:creationId xmlns:p14="http://schemas.microsoft.com/office/powerpoint/2010/main" val="506023593"/>
      </p:ext>
    </p:extLst>
  </p:cSld>
  <p:clrMap bg1="lt1" tx1="dk1" bg2="lt2" tx2="dk2" accent1="accent1" accent2="accent2" accent3="accent3" accent4="accent4" accent5="accent5" accent6="accent6" hlink="hlink" folHlink="folHlink"/>
  <p:sldLayoutIdLst>
    <p:sldLayoutId id="2147483751" r:id="rId1"/>
    <p:sldLayoutId id="2147483753" r:id="rId2"/>
    <p:sldLayoutId id="2147483759" r:id="rId3"/>
    <p:sldLayoutId id="2147483763" r:id="rId4"/>
    <p:sldLayoutId id="2147483752" r:id="rId5"/>
    <p:sldLayoutId id="2147483796" r:id="rId6"/>
    <p:sldLayoutId id="2147483797" r:id="rId7"/>
    <p:sldLayoutId id="2147483798" r:id="rId8"/>
  </p:sldLayoutIdLst>
  <p:txStyles>
    <p:titleStyle>
      <a:lvl1pPr algn="l" defTabSz="914400" rtl="0" eaLnBrk="1" latinLnBrk="0" hangingPunct="1">
        <a:lnSpc>
          <a:spcPct val="90000"/>
        </a:lnSpc>
        <a:spcBef>
          <a:spcPct val="0"/>
        </a:spcBef>
        <a:buNone/>
        <a:defRPr sz="7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EBE8"/>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B6ECBF91-2F08-F933-4D1A-F56983B364D7}"/>
              </a:ext>
            </a:extLst>
          </p:cNvPr>
          <p:cNvSpPr>
            <a:spLocks noGrp="1"/>
          </p:cNvSpPr>
          <p:nvPr>
            <p:ph type="title"/>
          </p:nvPr>
        </p:nvSpPr>
        <p:spPr>
          <a:xfrm>
            <a:off x="839788" y="1790006"/>
            <a:ext cx="10515600" cy="1325563"/>
          </a:xfrm>
          <a:prstGeom prst="rect">
            <a:avLst/>
          </a:prstGeom>
        </p:spPr>
        <p:txBody>
          <a:bodyPr vert="horz" lIns="91440" tIns="45720" rIns="91440" bIns="45720" rtlCol="0" anchor="b">
            <a:no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40BAD13D-9B41-3F4D-0042-EEF78B0A1B50}"/>
              </a:ext>
            </a:extLst>
          </p:cNvPr>
          <p:cNvSpPr>
            <a:spLocks noGrp="1"/>
          </p:cNvSpPr>
          <p:nvPr>
            <p:ph type="body" idx="1"/>
          </p:nvPr>
        </p:nvSpPr>
        <p:spPr>
          <a:xfrm>
            <a:off x="838200" y="3187285"/>
            <a:ext cx="10515600" cy="2989678"/>
          </a:xfrm>
          <a:prstGeom prst="rect">
            <a:avLst/>
          </a:prstGeom>
        </p:spPr>
        <p:txBody>
          <a:bodyPr vert="horz" lIns="91440" tIns="45720" rIns="91440" bIns="4572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0A869450-1C79-77EB-E2C7-3B855B9CB1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2"/>
                </a:solidFill>
                <a:latin typeface="+mn-lt"/>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5BEC8C24-0538-E5A7-50D1-52A0E60CF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2"/>
                </a:solidFill>
                <a:latin typeface="+mn-lt"/>
              </a:defRPr>
            </a:lvl1pPr>
          </a:lstStyle>
          <a:p>
            <a:endParaRPr lang="sv-SE"/>
          </a:p>
        </p:txBody>
      </p:sp>
      <p:sp>
        <p:nvSpPr>
          <p:cNvPr id="6" name="Platshållare för bildnummer 5">
            <a:extLst>
              <a:ext uri="{FF2B5EF4-FFF2-40B4-BE49-F238E27FC236}">
                <a16:creationId xmlns:a16="http://schemas.microsoft.com/office/drawing/2014/main" id="{4E1B03F5-3603-988A-120F-B9F8C6D4E7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2"/>
                </a:solidFill>
                <a:latin typeface="+mn-lt"/>
              </a:defRPr>
            </a:lvl1pPr>
          </a:lstStyle>
          <a:p>
            <a:fld id="{D88021E2-E97B-4976-AF53-1A9B1E45C5FA}" type="slidenum">
              <a:rPr lang="sv-SE" smtClean="0"/>
              <a:pPr/>
              <a:t>‹#›</a:t>
            </a:fld>
            <a:endParaRPr lang="sv-SE"/>
          </a:p>
        </p:txBody>
      </p:sp>
      <p:sp>
        <p:nvSpPr>
          <p:cNvPr id="8" name="Platshållare för text 7">
            <a:extLst>
              <a:ext uri="{FF2B5EF4-FFF2-40B4-BE49-F238E27FC236}">
                <a16:creationId xmlns:a16="http://schemas.microsoft.com/office/drawing/2014/main" id="{5919F652-9950-207C-5453-056258D9D86D}"/>
              </a:ext>
              <a:ext uri="{C183D7F6-B498-43B3-948B-1728B52AA6E4}">
                <adec:decorative xmlns:adec="http://schemas.microsoft.com/office/drawing/2017/decorative" val="1"/>
              </a:ext>
            </a:extLst>
          </p:cNvPr>
          <p:cNvSpPr txBox="1">
            <a:spLocks/>
          </p:cNvSpPr>
          <p:nvPr/>
        </p:nvSpPr>
        <p:spPr>
          <a:xfrm>
            <a:off x="407892" y="311234"/>
            <a:ext cx="1332000" cy="551506"/>
          </a:xfrm>
          <a:prstGeom prst="rect">
            <a:avLst/>
          </a:prstGeom>
          <a:blipFill>
            <a:blip r:embed="rId8"/>
            <a:stretch>
              <a:fillRect/>
            </a:stretch>
          </a:blip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a:t> </a:t>
            </a:r>
          </a:p>
        </p:txBody>
      </p:sp>
    </p:spTree>
    <p:extLst>
      <p:ext uri="{BB962C8B-B14F-4D97-AF65-F5344CB8AC3E}">
        <p14:creationId xmlns:p14="http://schemas.microsoft.com/office/powerpoint/2010/main" val="272880415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94" r:id="rId3"/>
    <p:sldLayoutId id="2147483692" r:id="rId4"/>
    <p:sldLayoutId id="2147483693" r:id="rId5"/>
    <p:sldLayoutId id="2147483768" r:id="rId6"/>
  </p:sldLayoutIdLst>
  <p:txStyles>
    <p:titleStyle>
      <a:lvl1pPr algn="l" defTabSz="914400" rtl="0" eaLnBrk="1" latinLnBrk="0" hangingPunct="1">
        <a:lnSpc>
          <a:spcPct val="90000"/>
        </a:lnSpc>
        <a:spcBef>
          <a:spcPct val="0"/>
        </a:spcBef>
        <a:buNone/>
        <a:defRPr sz="44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EBE8"/>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B6ECBF91-2F08-F933-4D1A-F56983B364D7}"/>
              </a:ext>
            </a:extLst>
          </p:cNvPr>
          <p:cNvSpPr>
            <a:spLocks noGrp="1"/>
          </p:cNvSpPr>
          <p:nvPr>
            <p:ph type="title"/>
          </p:nvPr>
        </p:nvSpPr>
        <p:spPr>
          <a:xfrm>
            <a:off x="839788" y="1790006"/>
            <a:ext cx="10515600" cy="1325563"/>
          </a:xfrm>
          <a:prstGeom prst="rect">
            <a:avLst/>
          </a:prstGeom>
        </p:spPr>
        <p:txBody>
          <a:bodyPr vert="horz" lIns="91440" tIns="45720" rIns="91440" bIns="45720" rtlCol="0" anchor="b">
            <a:no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40BAD13D-9B41-3F4D-0042-EEF78B0A1B50}"/>
              </a:ext>
            </a:extLst>
          </p:cNvPr>
          <p:cNvSpPr>
            <a:spLocks noGrp="1"/>
          </p:cNvSpPr>
          <p:nvPr>
            <p:ph type="body" idx="1"/>
          </p:nvPr>
        </p:nvSpPr>
        <p:spPr>
          <a:xfrm>
            <a:off x="838200" y="3187285"/>
            <a:ext cx="10515600" cy="2989678"/>
          </a:xfrm>
          <a:prstGeom prst="rect">
            <a:avLst/>
          </a:prstGeom>
        </p:spPr>
        <p:txBody>
          <a:bodyPr vert="horz" lIns="91440" tIns="45720" rIns="91440" bIns="4572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0A869450-1C79-77EB-E2C7-3B855B9CB1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n-lt"/>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5BEC8C24-0538-E5A7-50D1-52A0E60CF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n-lt"/>
              </a:defRPr>
            </a:lvl1pPr>
          </a:lstStyle>
          <a:p>
            <a:endParaRPr lang="sv-SE"/>
          </a:p>
        </p:txBody>
      </p:sp>
      <p:sp>
        <p:nvSpPr>
          <p:cNvPr id="6" name="Platshållare för bildnummer 5">
            <a:extLst>
              <a:ext uri="{FF2B5EF4-FFF2-40B4-BE49-F238E27FC236}">
                <a16:creationId xmlns:a16="http://schemas.microsoft.com/office/drawing/2014/main" id="{4E1B03F5-3603-988A-120F-B9F8C6D4E7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n-lt"/>
              </a:defRPr>
            </a:lvl1pPr>
          </a:lstStyle>
          <a:p>
            <a:fld id="{D88021E2-E97B-4976-AF53-1A9B1E45C5FA}" type="slidenum">
              <a:rPr lang="sv-SE" smtClean="0"/>
              <a:pPr/>
              <a:t>‹#›</a:t>
            </a:fld>
            <a:endParaRPr lang="sv-SE"/>
          </a:p>
        </p:txBody>
      </p:sp>
      <p:sp>
        <p:nvSpPr>
          <p:cNvPr id="8" name="Platshållare för text 7">
            <a:extLst>
              <a:ext uri="{FF2B5EF4-FFF2-40B4-BE49-F238E27FC236}">
                <a16:creationId xmlns:a16="http://schemas.microsoft.com/office/drawing/2014/main" id="{AA99F84E-8642-AB17-3983-02BA19118A92}"/>
              </a:ext>
              <a:ext uri="{C183D7F6-B498-43B3-948B-1728B52AA6E4}">
                <adec:decorative xmlns:adec="http://schemas.microsoft.com/office/drawing/2017/decorative" val="1"/>
              </a:ext>
            </a:extLst>
          </p:cNvPr>
          <p:cNvSpPr txBox="1">
            <a:spLocks/>
          </p:cNvSpPr>
          <p:nvPr/>
        </p:nvSpPr>
        <p:spPr>
          <a:xfrm>
            <a:off x="407892" y="311234"/>
            <a:ext cx="1332000" cy="551506"/>
          </a:xfrm>
          <a:prstGeom prst="rect">
            <a:avLst/>
          </a:prstGeom>
          <a:blipFill>
            <a:blip r:embed="rId11"/>
            <a:stretch>
              <a:fillRect/>
            </a:stretch>
          </a:blip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a:t> </a:t>
            </a:r>
          </a:p>
        </p:txBody>
      </p:sp>
    </p:spTree>
    <p:extLst>
      <p:ext uri="{BB962C8B-B14F-4D97-AF65-F5344CB8AC3E}">
        <p14:creationId xmlns:p14="http://schemas.microsoft.com/office/powerpoint/2010/main" val="359640054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702" r:id="rId4"/>
    <p:sldLayoutId id="2147483703" r:id="rId5"/>
    <p:sldLayoutId id="2147483776" r:id="rId6"/>
    <p:sldLayoutId id="2147483773" r:id="rId7"/>
    <p:sldLayoutId id="2147483775" r:id="rId8"/>
    <p:sldLayoutId id="2147483774" r:id="rId9"/>
  </p:sldLayoutIdLst>
  <p:txStyles>
    <p:titleStyle>
      <a:lvl1pPr algn="l" defTabSz="914400" rtl="0" eaLnBrk="1" latinLnBrk="0" hangingPunct="1">
        <a:lnSpc>
          <a:spcPct val="90000"/>
        </a:lnSpc>
        <a:spcBef>
          <a:spcPct val="0"/>
        </a:spcBef>
        <a:buNone/>
        <a:defRPr sz="44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EBE8"/>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B6ECBF91-2F08-F933-4D1A-F56983B364D7}"/>
              </a:ext>
            </a:extLst>
          </p:cNvPr>
          <p:cNvSpPr>
            <a:spLocks noGrp="1"/>
          </p:cNvSpPr>
          <p:nvPr>
            <p:ph type="title"/>
          </p:nvPr>
        </p:nvSpPr>
        <p:spPr>
          <a:xfrm>
            <a:off x="839788" y="1790006"/>
            <a:ext cx="10515600" cy="1325563"/>
          </a:xfrm>
          <a:prstGeom prst="rect">
            <a:avLst/>
          </a:prstGeom>
        </p:spPr>
        <p:txBody>
          <a:bodyPr vert="horz" lIns="91440" tIns="45720" rIns="91440" bIns="45720" rtlCol="0" anchor="b">
            <a:no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40BAD13D-9B41-3F4D-0042-EEF78B0A1B50}"/>
              </a:ext>
            </a:extLst>
          </p:cNvPr>
          <p:cNvSpPr>
            <a:spLocks noGrp="1"/>
          </p:cNvSpPr>
          <p:nvPr>
            <p:ph type="body" idx="1"/>
          </p:nvPr>
        </p:nvSpPr>
        <p:spPr>
          <a:xfrm>
            <a:off x="838200" y="3187285"/>
            <a:ext cx="10515600" cy="2989678"/>
          </a:xfrm>
          <a:prstGeom prst="rect">
            <a:avLst/>
          </a:prstGeom>
        </p:spPr>
        <p:txBody>
          <a:bodyPr vert="horz" lIns="91440" tIns="45720" rIns="91440" bIns="4572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0A869450-1C79-77EB-E2C7-3B855B9CB1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2"/>
                </a:solidFill>
                <a:latin typeface="+mn-lt"/>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5BEC8C24-0538-E5A7-50D1-52A0E60CF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2"/>
                </a:solidFill>
                <a:latin typeface="+mn-lt"/>
              </a:defRPr>
            </a:lvl1pPr>
          </a:lstStyle>
          <a:p>
            <a:endParaRPr lang="sv-SE"/>
          </a:p>
        </p:txBody>
      </p:sp>
      <p:sp>
        <p:nvSpPr>
          <p:cNvPr id="6" name="Platshållare för bildnummer 5">
            <a:extLst>
              <a:ext uri="{FF2B5EF4-FFF2-40B4-BE49-F238E27FC236}">
                <a16:creationId xmlns:a16="http://schemas.microsoft.com/office/drawing/2014/main" id="{4E1B03F5-3603-988A-120F-B9F8C6D4E7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2"/>
                </a:solidFill>
                <a:latin typeface="+mn-lt"/>
              </a:defRPr>
            </a:lvl1pPr>
          </a:lstStyle>
          <a:p>
            <a:fld id="{D88021E2-E97B-4976-AF53-1A9B1E45C5FA}" type="slidenum">
              <a:rPr lang="sv-SE" smtClean="0"/>
              <a:pPr/>
              <a:t>‹#›</a:t>
            </a:fld>
            <a:endParaRPr lang="sv-SE"/>
          </a:p>
        </p:txBody>
      </p:sp>
      <p:sp>
        <p:nvSpPr>
          <p:cNvPr id="8" name="Platshållare för text 7">
            <a:extLst>
              <a:ext uri="{FF2B5EF4-FFF2-40B4-BE49-F238E27FC236}">
                <a16:creationId xmlns:a16="http://schemas.microsoft.com/office/drawing/2014/main" id="{8BE54608-681A-8308-51FE-B99A454CC01D}"/>
              </a:ext>
              <a:ext uri="{C183D7F6-B498-43B3-948B-1728B52AA6E4}">
                <adec:decorative xmlns:adec="http://schemas.microsoft.com/office/drawing/2017/decorative" val="1"/>
              </a:ext>
            </a:extLst>
          </p:cNvPr>
          <p:cNvSpPr txBox="1">
            <a:spLocks/>
          </p:cNvSpPr>
          <p:nvPr/>
        </p:nvSpPr>
        <p:spPr>
          <a:xfrm>
            <a:off x="407892" y="311234"/>
            <a:ext cx="1332000" cy="551506"/>
          </a:xfrm>
          <a:prstGeom prst="rect">
            <a:avLst/>
          </a:prstGeom>
          <a:blipFill>
            <a:blip r:embed="rId8"/>
            <a:stretch>
              <a:fillRect/>
            </a:stretch>
          </a:blip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a:t> </a:t>
            </a:r>
          </a:p>
        </p:txBody>
      </p:sp>
    </p:spTree>
    <p:extLst>
      <p:ext uri="{BB962C8B-B14F-4D97-AF65-F5344CB8AC3E}">
        <p14:creationId xmlns:p14="http://schemas.microsoft.com/office/powerpoint/2010/main" val="673317508"/>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93" r:id="rId4"/>
    <p:sldLayoutId id="2147483794" r:id="rId5"/>
    <p:sldLayoutId id="2147483795" r:id="rId6"/>
  </p:sldLayoutIdLst>
  <p:txStyles>
    <p:title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EBE8"/>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B6ECBF91-2F08-F933-4D1A-F56983B364D7}"/>
              </a:ext>
            </a:extLst>
          </p:cNvPr>
          <p:cNvSpPr>
            <a:spLocks noGrp="1"/>
          </p:cNvSpPr>
          <p:nvPr>
            <p:ph type="title"/>
          </p:nvPr>
        </p:nvSpPr>
        <p:spPr>
          <a:xfrm>
            <a:off x="1911927" y="215288"/>
            <a:ext cx="9940438" cy="720000"/>
          </a:xfrm>
          <a:prstGeom prst="rect">
            <a:avLst/>
          </a:prstGeom>
        </p:spPr>
        <p:txBody>
          <a:bodyPr vert="horz" lIns="91440" tIns="45720" rIns="91440" bIns="45720" rtlCol="0" anchor="t">
            <a:noAutofit/>
          </a:bodyPr>
          <a:lstStyle/>
          <a:p>
            <a:r>
              <a:rPr lang="sv-SE" dirty="0"/>
              <a:t>Klicka här för att ändra mall för</a:t>
            </a:r>
          </a:p>
        </p:txBody>
      </p:sp>
      <p:sp>
        <p:nvSpPr>
          <p:cNvPr id="3" name="Platshållare för text 2">
            <a:extLst>
              <a:ext uri="{FF2B5EF4-FFF2-40B4-BE49-F238E27FC236}">
                <a16:creationId xmlns:a16="http://schemas.microsoft.com/office/drawing/2014/main" id="{40BAD13D-9B41-3F4D-0042-EEF78B0A1B50}"/>
              </a:ext>
            </a:extLst>
          </p:cNvPr>
          <p:cNvSpPr>
            <a:spLocks noGrp="1"/>
          </p:cNvSpPr>
          <p:nvPr>
            <p:ph type="body" idx="1"/>
          </p:nvPr>
        </p:nvSpPr>
        <p:spPr>
          <a:xfrm>
            <a:off x="838200" y="3187285"/>
            <a:ext cx="10515600" cy="2989678"/>
          </a:xfrm>
          <a:prstGeom prst="rect">
            <a:avLst/>
          </a:prstGeom>
        </p:spPr>
        <p:txBody>
          <a:bodyPr vert="horz" lIns="91440" tIns="45720" rIns="91440" bIns="4572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0A869450-1C79-77EB-E2C7-3B855B9CB1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2"/>
                </a:solidFill>
                <a:latin typeface="+mn-lt"/>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5BEC8C24-0538-E5A7-50D1-52A0E60CF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2"/>
                </a:solidFill>
                <a:latin typeface="+mn-lt"/>
              </a:defRPr>
            </a:lvl1pPr>
          </a:lstStyle>
          <a:p>
            <a:endParaRPr lang="sv-SE"/>
          </a:p>
        </p:txBody>
      </p:sp>
      <p:sp>
        <p:nvSpPr>
          <p:cNvPr id="6" name="Platshållare för bildnummer 5">
            <a:extLst>
              <a:ext uri="{FF2B5EF4-FFF2-40B4-BE49-F238E27FC236}">
                <a16:creationId xmlns:a16="http://schemas.microsoft.com/office/drawing/2014/main" id="{4E1B03F5-3603-988A-120F-B9F8C6D4E7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2"/>
                </a:solidFill>
                <a:latin typeface="+mn-lt"/>
              </a:defRPr>
            </a:lvl1pPr>
          </a:lstStyle>
          <a:p>
            <a:fld id="{D88021E2-E97B-4976-AF53-1A9B1E45C5FA}" type="slidenum">
              <a:rPr lang="sv-SE" smtClean="0"/>
              <a:pPr/>
              <a:t>‹#›</a:t>
            </a:fld>
            <a:endParaRPr lang="sv-SE"/>
          </a:p>
        </p:txBody>
      </p:sp>
      <p:sp>
        <p:nvSpPr>
          <p:cNvPr id="8" name="Platshållare för text 7">
            <a:extLst>
              <a:ext uri="{FF2B5EF4-FFF2-40B4-BE49-F238E27FC236}">
                <a16:creationId xmlns:a16="http://schemas.microsoft.com/office/drawing/2014/main" id="{6DAAE85E-0DC2-AE57-7FD1-6287C1A38F6A}"/>
              </a:ext>
              <a:ext uri="{C183D7F6-B498-43B3-948B-1728B52AA6E4}">
                <adec:decorative xmlns:adec="http://schemas.microsoft.com/office/drawing/2017/decorative" val="1"/>
              </a:ext>
            </a:extLst>
          </p:cNvPr>
          <p:cNvSpPr txBox="1">
            <a:spLocks/>
          </p:cNvSpPr>
          <p:nvPr/>
        </p:nvSpPr>
        <p:spPr>
          <a:xfrm>
            <a:off x="407892" y="311234"/>
            <a:ext cx="1332000" cy="551506"/>
          </a:xfrm>
          <a:prstGeom prst="rect">
            <a:avLst/>
          </a:prstGeom>
          <a:blipFill>
            <a:blip r:embed="rId17"/>
            <a:stretch>
              <a:fillRect/>
            </a:stretch>
          </a:blip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a:t> </a:t>
            </a:r>
          </a:p>
        </p:txBody>
      </p:sp>
    </p:spTree>
    <p:extLst>
      <p:ext uri="{BB962C8B-B14F-4D97-AF65-F5344CB8AC3E}">
        <p14:creationId xmlns:p14="http://schemas.microsoft.com/office/powerpoint/2010/main" val="711414890"/>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Lst>
  <p:txStyles>
    <p:titleStyle>
      <a:lvl1pPr algn="r" defTabSz="914400" rtl="0" eaLnBrk="1" latinLnBrk="0" hangingPunct="1">
        <a:lnSpc>
          <a:spcPct val="90000"/>
        </a:lnSpc>
        <a:spcBef>
          <a:spcPct val="0"/>
        </a:spcBef>
        <a:buNone/>
        <a:defRPr sz="44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7F2EB"/>
        </a:solidFill>
        <a:effectLst/>
      </p:bgPr>
    </p:bg>
    <p:spTree>
      <p:nvGrpSpPr>
        <p:cNvPr id="1" name=""/>
        <p:cNvGrpSpPr/>
        <p:nvPr/>
      </p:nvGrpSpPr>
      <p:grpSpPr>
        <a:xfrm>
          <a:off x="0" y="0"/>
          <a:ext cx="0" cy="0"/>
          <a:chOff x="0" y="0"/>
          <a:chExt cx="0" cy="0"/>
        </a:xfrm>
      </p:grpSpPr>
      <p:sp>
        <p:nvSpPr>
          <p:cNvPr id="3" name="Platshållare för text 2">
            <a:extLst>
              <a:ext uri="{FF2B5EF4-FFF2-40B4-BE49-F238E27FC236}">
                <a16:creationId xmlns:a16="http://schemas.microsoft.com/office/drawing/2014/main" id="{40BAD13D-9B41-3F4D-0042-EEF78B0A1B50}"/>
              </a:ext>
            </a:extLst>
          </p:cNvPr>
          <p:cNvSpPr>
            <a:spLocks noGrp="1"/>
          </p:cNvSpPr>
          <p:nvPr>
            <p:ph type="body" idx="1"/>
          </p:nvPr>
        </p:nvSpPr>
        <p:spPr>
          <a:xfrm>
            <a:off x="838200" y="2351645"/>
            <a:ext cx="10515600" cy="3852385"/>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0A869450-1C79-77EB-E2C7-3B855B9CB1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latin typeface="+mn-lt"/>
              </a:defRPr>
            </a:lvl1pPr>
          </a:lstStyle>
          <a:p>
            <a:fld id="{8E7D24E2-704C-4D37-BA3F-3A87B7C16133}" type="datetimeFigureOut">
              <a:rPr lang="sv-SE" smtClean="0"/>
              <a:pPr/>
              <a:t>2026-06-17</a:t>
            </a:fld>
            <a:endParaRPr lang="sv-SE"/>
          </a:p>
        </p:txBody>
      </p:sp>
      <p:sp>
        <p:nvSpPr>
          <p:cNvPr id="5" name="Platshållare för sidfot 4">
            <a:extLst>
              <a:ext uri="{FF2B5EF4-FFF2-40B4-BE49-F238E27FC236}">
                <a16:creationId xmlns:a16="http://schemas.microsoft.com/office/drawing/2014/main" id="{5BEC8C24-0538-E5A7-50D1-52A0E60CF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latin typeface="+mn-lt"/>
              </a:defRPr>
            </a:lvl1pPr>
          </a:lstStyle>
          <a:p>
            <a:endParaRPr lang="sv-SE"/>
          </a:p>
        </p:txBody>
      </p:sp>
      <p:sp>
        <p:nvSpPr>
          <p:cNvPr id="6" name="Platshållare för bildnummer 5">
            <a:extLst>
              <a:ext uri="{FF2B5EF4-FFF2-40B4-BE49-F238E27FC236}">
                <a16:creationId xmlns:a16="http://schemas.microsoft.com/office/drawing/2014/main" id="{4E1B03F5-3603-988A-120F-B9F8C6D4E7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mn-lt"/>
              </a:defRPr>
            </a:lvl1pPr>
          </a:lstStyle>
          <a:p>
            <a:fld id="{D88021E2-E97B-4976-AF53-1A9B1E45C5FA}" type="slidenum">
              <a:rPr lang="sv-SE" smtClean="0"/>
              <a:pPr/>
              <a:t>‹#›</a:t>
            </a:fld>
            <a:endParaRPr lang="sv-SE"/>
          </a:p>
        </p:txBody>
      </p:sp>
      <p:sp>
        <p:nvSpPr>
          <p:cNvPr id="8" name="Platshållare för text 7">
            <a:extLst>
              <a:ext uri="{FF2B5EF4-FFF2-40B4-BE49-F238E27FC236}">
                <a16:creationId xmlns:a16="http://schemas.microsoft.com/office/drawing/2014/main" id="{1BB4FBCB-D8F6-87C1-4DC2-8CA4A72EAA63}"/>
              </a:ext>
              <a:ext uri="{C183D7F6-B498-43B3-948B-1728B52AA6E4}">
                <adec:decorative xmlns:adec="http://schemas.microsoft.com/office/drawing/2017/decorative" val="1"/>
              </a:ext>
            </a:extLst>
          </p:cNvPr>
          <p:cNvSpPr txBox="1">
            <a:spLocks/>
          </p:cNvSpPr>
          <p:nvPr/>
        </p:nvSpPr>
        <p:spPr>
          <a:xfrm>
            <a:off x="407892" y="311234"/>
            <a:ext cx="1332000" cy="551506"/>
          </a:xfrm>
          <a:prstGeom prst="rect">
            <a:avLst/>
          </a:prstGeom>
          <a:blipFill>
            <a:blip r:embed="rId5"/>
            <a:stretch>
              <a:fillRect/>
            </a:stretch>
          </a:blipFill>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a:solidFill>
                  <a:schemeClr val="tx1"/>
                </a:solidFill>
              </a:rPr>
              <a:t> </a:t>
            </a:r>
          </a:p>
        </p:txBody>
      </p:sp>
      <p:sp>
        <p:nvSpPr>
          <p:cNvPr id="12" name="Platshållare för rubrik 11">
            <a:extLst>
              <a:ext uri="{FF2B5EF4-FFF2-40B4-BE49-F238E27FC236}">
                <a16:creationId xmlns:a16="http://schemas.microsoft.com/office/drawing/2014/main" id="{E43D3919-0782-880D-8DB5-6E988CD1817E}"/>
              </a:ext>
            </a:extLst>
          </p:cNvPr>
          <p:cNvSpPr>
            <a:spLocks noGrp="1"/>
          </p:cNvSpPr>
          <p:nvPr>
            <p:ph type="title"/>
          </p:nvPr>
        </p:nvSpPr>
        <p:spPr>
          <a:xfrm>
            <a:off x="7818981" y="1264556"/>
            <a:ext cx="3984626" cy="1387474"/>
          </a:xfrm>
          <a:prstGeom prst="rect">
            <a:avLst/>
          </a:prstGeom>
        </p:spPr>
        <p:txBody>
          <a:bodyPr vert="horz" lIns="91440" tIns="45720" rIns="91440" bIns="45720" rtlCol="0" anchor="b">
            <a:normAutofit/>
          </a:bodyPr>
          <a:lstStyle/>
          <a:p>
            <a:r>
              <a:rPr lang="sv-SE" dirty="0"/>
              <a:t>Klicka</a:t>
            </a:r>
          </a:p>
        </p:txBody>
      </p:sp>
    </p:spTree>
    <p:extLst>
      <p:ext uri="{BB962C8B-B14F-4D97-AF65-F5344CB8AC3E}">
        <p14:creationId xmlns:p14="http://schemas.microsoft.com/office/powerpoint/2010/main" val="3515321282"/>
      </p:ext>
    </p:extLst>
  </p:cSld>
  <p:clrMap bg1="lt1" tx1="dk1" bg2="lt2" tx2="dk2" accent1="accent1" accent2="accent2" accent3="accent3" accent4="accent4" accent5="accent5" accent6="accent6" hlink="hlink" folHlink="folHlink"/>
  <p:sldLayoutIdLst>
    <p:sldLayoutId id="2147483800" r:id="rId1"/>
    <p:sldLayoutId id="2147483802" r:id="rId2"/>
    <p:sldLayoutId id="2147483801" r:id="rId3"/>
  </p:sldLayoutIdLst>
  <p:txStyles>
    <p:titleStyle>
      <a:lvl1pPr algn="l" defTabSz="914400" rtl="0" eaLnBrk="1" latinLnBrk="0" hangingPunct="1">
        <a:lnSpc>
          <a:spcPct val="9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Mappning i den regiongemensamma utvecklingsmiljön</a:t>
            </a:r>
          </a:p>
        </p:txBody>
      </p:sp>
      <p:sp>
        <p:nvSpPr>
          <p:cNvPr id="3" name="Title 2"/>
          <p:cNvSpPr>
            <a:spLocks noGrp="1"/>
          </p:cNvSpPr>
          <p:nvPr>
            <p:ph type="title"/>
          </p:nvPr>
        </p:nvSpPr>
        <p:spPr/>
        <p:txBody>
          <a:bodyPr/>
          <a:lstStyle/>
          <a:p>
            <a:r>
              <a:t>Så ser hela maskinen 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Mappning = översättning mellan två sätt att säga samma sak.</a:t>
            </a:r>
          </a:p>
          <a:p>
            <a:r>
              <a:t>Motorn = översättaren. En maskin som följer en ordbok.</a:t>
            </a:r>
          </a:p>
          <a:p>
            <a:r>
              <a:t>Ordboken (Terminologitjänsten) = en enda sanning för vad en kod heter.</a:t>
            </a:r>
          </a:p>
          <a:p>
            <a:r>
              <a:t>Innehållsförteckningen (Datakatalogen) = var saken ligger och vad den betyder.</a:t>
            </a:r>
          </a:p>
          <a:p>
            <a:r>
              <a:t>Federerat = data stannar hemma. Vi skickar receptet, inte råvarorna.</a:t>
            </a:r>
          </a:p>
          <a:p>
            <a:r>
              <a:t>Människan i loopen = maskinen föreslår, en expert godkänner.</a:t>
            </a:r>
          </a:p>
        </p:txBody>
      </p:sp>
      <p:sp>
        <p:nvSpPr>
          <p:cNvPr id="3" name="Title 2"/>
          <p:cNvSpPr>
            <a:spLocks noGrp="1"/>
          </p:cNvSpPr>
          <p:nvPr>
            <p:ph type="title"/>
          </p:nvPr>
        </p:nvSpPr>
        <p:spPr/>
        <p:txBody>
          <a:bodyPr/>
          <a:lstStyle/>
          <a:p>
            <a:r>
              <a:t>Ordlista – så säger du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Idag översätts vårddata mest för hand.</a:t>
            </a:r>
          </a:p>
          <a:p>
            <a:r>
              <a:t>En informatiker skriver en specifikation i Word.</a:t>
            </a:r>
          </a:p>
          <a:p>
            <a:r>
              <a:t>Sedan knappar en utvecklare in koden för hand.</a:t>
            </a:r>
          </a:p>
          <a:p>
            <a:r>
              <a:t>Per register: månader.</a:t>
            </a:r>
          </a:p>
        </p:txBody>
      </p:sp>
      <p:sp>
        <p:nvSpPr>
          <p:cNvPr id="3" name="Title 2"/>
          <p:cNvSpPr>
            <a:spLocks noGrp="1"/>
          </p:cNvSpPr>
          <p:nvPr>
            <p:ph type="title"/>
          </p:nvPr>
        </p:nvSpPr>
        <p:spPr/>
        <p:txBody>
          <a:bodyPr/>
          <a:lstStyle/>
          <a:p>
            <a:r>
              <a:t>Så jobbigt är det idag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Maskinen översätter – inte en människa för hand.</a:t>
            </a:r>
          </a:p>
          <a:p>
            <a:r>
              <a:t>Ordboken vet vad varje kod heter.</a:t>
            </a:r>
          </a:p>
          <a:p>
            <a:r>
              <a:t>Datan stannar hemma; bara svaret skickas ut.</a:t>
            </a:r>
          </a:p>
        </p:txBody>
      </p:sp>
      <p:sp>
        <p:nvSpPr>
          <p:cNvPr id="3" name="Title 2"/>
          <p:cNvSpPr>
            <a:spLocks noGrp="1"/>
          </p:cNvSpPr>
          <p:nvPr>
            <p:ph type="title"/>
          </p:nvPr>
        </p:nvSpPr>
        <p:spPr/>
        <p:txBody>
          <a:bodyPr/>
          <a:lstStyle/>
          <a:p>
            <a:r>
              <a:t>En maskin, en ordbok, data stannar hemma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Astrids diagnos ser olika ut i Cosmic, Millennium och TakeCare.</a:t>
            </a:r>
          </a:p>
          <a:p>
            <a:r>
              <a:t>Maskinen lägger allt i en gemensam form.</a:t>
            </a:r>
          </a:p>
          <a:p>
            <a:r>
              <a:t>"Grå starr" betyder samma sak – oavsett varifrån det kom.</a:t>
            </a:r>
          </a:p>
        </p:txBody>
      </p:sp>
      <p:sp>
        <p:nvSpPr>
          <p:cNvPr id="3" name="Title 2"/>
          <p:cNvSpPr>
            <a:spLocks noGrp="1"/>
          </p:cNvSpPr>
          <p:nvPr>
            <p:ph type="title"/>
          </p:nvPr>
        </p:nvSpPr>
        <p:spPr/>
        <p:txBody>
          <a:bodyPr/>
          <a:lstStyle/>
          <a:p>
            <a:r>
              <a:t>Astrid kommer in i maskinen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Samma kod hade tre nästan identiska officiella nummer.</a:t>
            </a:r>
          </a:p>
          <a:p>
            <a:r>
              <a:t>En människa fick lista ut vilket som gällde.</a:t>
            </a:r>
          </a:p>
          <a:p>
            <a:r>
              <a:t>Ordboken löser det en gång – alla regioner får samma svar.</a:t>
            </a:r>
          </a:p>
        </p:txBody>
      </p:sp>
      <p:sp>
        <p:nvSpPr>
          <p:cNvPr id="3" name="Title 2"/>
          <p:cNvSpPr>
            <a:spLocks noGrp="1"/>
          </p:cNvSpPr>
          <p:nvPr>
            <p:ph type="title"/>
          </p:nvPr>
        </p:nvSpPr>
        <p:spPr/>
        <p:txBody>
          <a:bodyPr/>
          <a:lstStyle/>
          <a:p>
            <a:r>
              <a:t>Ordboken reder ut koderna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Från en gemensam form, ut till många samtidigt.</a:t>
            </a:r>
          </a:p>
          <a:p>
            <a:r>
              <a:t>Socialstyrelsen, kvalitetsregister, forskning.</a:t>
            </a:r>
          </a:p>
          <a:p>
            <a:r>
              <a:t>Ny mottagare = byt kontakten, inte maskinen.</a:t>
            </a:r>
          </a:p>
        </p:txBody>
      </p:sp>
      <p:sp>
        <p:nvSpPr>
          <p:cNvPr id="3" name="Title 2"/>
          <p:cNvSpPr>
            <a:spLocks noGrp="1"/>
          </p:cNvSpPr>
          <p:nvPr>
            <p:ph type="title"/>
          </p:nvPr>
        </p:nvSpPr>
        <p:spPr/>
        <p:txBody>
          <a:bodyPr/>
          <a:lstStyle/>
          <a:p>
            <a:r>
              <a:t>En översättning, många mottagare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Maskinen föreslår en översättning (lärlingen).</a:t>
            </a:r>
          </a:p>
          <a:p>
            <a:r>
              <a:t>Experten godkänner eller rättar (mästaren).</a:t>
            </a:r>
          </a:p>
          <a:p>
            <a:r>
              <a:t>Varje rättning gör maskinen bättre.</a:t>
            </a:r>
          </a:p>
          <a:p>
            <a:r>
              <a:t>Pocken-felen är de första lärdomarna.</a:t>
            </a:r>
          </a:p>
        </p:txBody>
      </p:sp>
      <p:sp>
        <p:nvSpPr>
          <p:cNvPr id="3" name="Title 2"/>
          <p:cNvSpPr>
            <a:spLocks noGrp="1"/>
          </p:cNvSpPr>
          <p:nvPr>
            <p:ph type="title"/>
          </p:nvPr>
        </p:nvSpPr>
        <p:spPr/>
        <p:txBody>
          <a:bodyPr/>
          <a:lstStyle/>
          <a:p>
            <a:r>
              <a:t>Maskinen föreslår, människan godkänner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Forskaren vill t.ex. räkna starroperationer per region.</a:t>
            </a:r>
          </a:p>
          <a:p>
            <a:r>
              <a:t>Analyslagret: varje uppgift på exakt ett ställe.</a:t>
            </a:r>
          </a:p>
          <a:p>
            <a:r>
              <a:t>En välstädad hylla – snabba, pålitliga svar.</a:t>
            </a:r>
          </a:p>
        </p:txBody>
      </p:sp>
      <p:sp>
        <p:nvSpPr>
          <p:cNvPr id="3" name="Title 2"/>
          <p:cNvSpPr>
            <a:spLocks noGrp="1"/>
          </p:cNvSpPr>
          <p:nvPr>
            <p:ph type="title"/>
          </p:nvPr>
        </p:nvSpPr>
        <p:spPr/>
        <p:txBody>
          <a:bodyPr/>
          <a:lstStyle/>
          <a:p>
            <a:r>
              <a:t>Forskaren som vill räkna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I pocken körde Västra Götaland sin egen teknik.</a:t>
            </a:r>
          </a:p>
          <a:p>
            <a:r>
              <a:t>En annan region kan köra något helt annat.</a:t>
            </a:r>
          </a:p>
          <a:p>
            <a:r>
              <a:t>Vi enas om ett kontrakt – inte en leverantör.</a:t>
            </a:r>
          </a:p>
        </p:txBody>
      </p:sp>
      <p:sp>
        <p:nvSpPr>
          <p:cNvPr id="3" name="Title 2"/>
          <p:cNvSpPr>
            <a:spLocks noGrp="1"/>
          </p:cNvSpPr>
          <p:nvPr>
            <p:ph type="title"/>
          </p:nvPr>
        </p:nvSpPr>
        <p:spPr/>
        <p:txBody>
          <a:bodyPr/>
          <a:lstStyle/>
          <a:p>
            <a:r>
              <a:t>Plattformen spelar ingen roll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4" sz="quarter"/>
          </p:nvPr>
        </p:nvSpPr>
        <p:spPr/>
        <p:txBody>
          <a:bodyPr/>
          <a:lstStyle/>
          <a:p>
            <a:r>
              <a:t>Pocken bevisade att metoden håller.</a:t>
            </a:r>
          </a:p>
          <a:p>
            <a:r>
              <a:t>Ett första verktyg finns redan: läser in, föreslår, kontrollerar.</a:t>
            </a:r>
          </a:p>
          <a:p>
            <a:r>
              <a:t>Härifrån bygger vi vidare, steg för steg.</a:t>
            </a:r>
          </a:p>
        </p:txBody>
      </p:sp>
      <p:sp>
        <p:nvSpPr>
          <p:cNvPr id="3" name="Title 2"/>
          <p:cNvSpPr>
            <a:spLocks noGrp="1"/>
          </p:cNvSpPr>
          <p:nvPr>
            <p:ph type="title"/>
          </p:nvPr>
        </p:nvSpPr>
        <p:spPr/>
        <p:txBody>
          <a:bodyPr/>
          <a:lstStyle/>
          <a:p>
            <a:r>
              <a:t>Var vi står, och vägen dit</a:t>
            </a:r>
          </a:p>
        </p:txBody>
      </p:sp>
    </p:spTree>
  </p:cSld>
  <p:clrMapOvr>
    <a:masterClrMapping/>
  </p:clrMapOvr>
</p:sld>
</file>

<file path=ppt/theme/theme1.xml><?xml version="1.0" encoding="utf-8"?>
<a:theme xmlns:a="http://schemas.openxmlformats.org/drawingml/2006/main" name="Rubrikbilder">
  <a:themeElements>
    <a:clrScheme name="SKR 2024">
      <a:dk1>
        <a:srgbClr val="262422"/>
      </a:dk1>
      <a:lt1>
        <a:srgbClr val="FFFFFF"/>
      </a:lt1>
      <a:dk2>
        <a:srgbClr val="9A3324"/>
      </a:dk2>
      <a:lt2>
        <a:srgbClr val="F7F2EB"/>
      </a:lt2>
      <a:accent1>
        <a:srgbClr val="FF7C5D"/>
      </a:accent1>
      <a:accent2>
        <a:srgbClr val="115E67"/>
      </a:accent2>
      <a:accent3>
        <a:srgbClr val="154F80"/>
      </a:accent3>
      <a:accent4>
        <a:srgbClr val="F0D7BF"/>
      </a:accent4>
      <a:accent5>
        <a:srgbClr val="FFCEC6"/>
      </a:accent5>
      <a:accent6>
        <a:srgbClr val="BDDBD2"/>
      </a:accent6>
      <a:hlink>
        <a:srgbClr val="115E67"/>
      </a:hlink>
      <a:folHlink>
        <a:srgbClr val="9A3324"/>
      </a:folHlink>
    </a:clrScheme>
    <a:fontScheme name="Arial black">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DE0D405F-EE2F-5A4D-85D5-F63F4B998D18}" vid="{03ABED7E-05EB-574B-8084-58FD892A5969}"/>
    </a:ext>
  </a:extLst>
</a:theme>
</file>

<file path=ppt/theme/theme2.xml><?xml version="1.0" encoding="utf-8"?>
<a:theme xmlns:a="http://schemas.openxmlformats.org/drawingml/2006/main" name="Text/text och innehåll">
  <a:themeElements>
    <a:clrScheme name="SKR 2024">
      <a:dk1>
        <a:srgbClr val="262422"/>
      </a:dk1>
      <a:lt1>
        <a:srgbClr val="FFFFFF"/>
      </a:lt1>
      <a:dk2>
        <a:srgbClr val="9A3324"/>
      </a:dk2>
      <a:lt2>
        <a:srgbClr val="F7F2EB"/>
      </a:lt2>
      <a:accent1>
        <a:srgbClr val="FF7C5D"/>
      </a:accent1>
      <a:accent2>
        <a:srgbClr val="115E67"/>
      </a:accent2>
      <a:accent3>
        <a:srgbClr val="154F80"/>
      </a:accent3>
      <a:accent4>
        <a:srgbClr val="F0D7BF"/>
      </a:accent4>
      <a:accent5>
        <a:srgbClr val="FFCEC6"/>
      </a:accent5>
      <a:accent6>
        <a:srgbClr val="BDDBD2"/>
      </a:accent6>
      <a:hlink>
        <a:srgbClr val="115E67"/>
      </a:hlink>
      <a:folHlink>
        <a:srgbClr val="9A3324"/>
      </a:folHlink>
    </a:clrScheme>
    <a:fontScheme name="Anpassat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DE0D405F-EE2F-5A4D-85D5-F63F4B998D18}" vid="{21F4B0B1-032A-F04C-8830-3BDDA418C4A7}"/>
    </a:ext>
  </a:extLst>
</a:theme>
</file>

<file path=ppt/theme/theme3.xml><?xml version="1.0" encoding="utf-8"?>
<a:theme xmlns:a="http://schemas.openxmlformats.org/drawingml/2006/main" name="Text och bild">
  <a:themeElements>
    <a:clrScheme name="SKR_2024">
      <a:dk1>
        <a:srgbClr val="000000"/>
      </a:dk1>
      <a:lt1>
        <a:srgbClr val="FFFFFF"/>
      </a:lt1>
      <a:dk2>
        <a:srgbClr val="9A3324"/>
      </a:dk2>
      <a:lt2>
        <a:srgbClr val="F7F2EB"/>
      </a:lt2>
      <a:accent1>
        <a:srgbClr val="FF7C5D"/>
      </a:accent1>
      <a:accent2>
        <a:srgbClr val="115E67"/>
      </a:accent2>
      <a:accent3>
        <a:srgbClr val="154F80"/>
      </a:accent3>
      <a:accent4>
        <a:srgbClr val="F0D7BF"/>
      </a:accent4>
      <a:accent5>
        <a:srgbClr val="FFCEC6"/>
      </a:accent5>
      <a:accent6>
        <a:srgbClr val="BDDBD2"/>
      </a:accent6>
      <a:hlink>
        <a:srgbClr val="115E67"/>
      </a:hlink>
      <a:folHlink>
        <a:srgbClr val="9A3324"/>
      </a:folHlink>
    </a:clrScheme>
    <a:fontScheme name="Anpassat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DE0D405F-EE2F-5A4D-85D5-F63F4B998D18}" vid="{BF44EBCE-8782-6D44-A0FA-51F9A40548A1}"/>
    </a:ext>
  </a:extLst>
</a:theme>
</file>

<file path=ppt/theme/theme4.xml><?xml version="1.0" encoding="utf-8"?>
<a:theme xmlns:a="http://schemas.openxmlformats.org/drawingml/2006/main" name="Bara rubrik">
  <a:themeElements>
    <a:clrScheme name="SKR 2024">
      <a:dk1>
        <a:srgbClr val="262422"/>
      </a:dk1>
      <a:lt1>
        <a:srgbClr val="FFFFFF"/>
      </a:lt1>
      <a:dk2>
        <a:srgbClr val="9A3324"/>
      </a:dk2>
      <a:lt2>
        <a:srgbClr val="F7F2EB"/>
      </a:lt2>
      <a:accent1>
        <a:srgbClr val="FF7C5D"/>
      </a:accent1>
      <a:accent2>
        <a:srgbClr val="115E67"/>
      </a:accent2>
      <a:accent3>
        <a:srgbClr val="154F80"/>
      </a:accent3>
      <a:accent4>
        <a:srgbClr val="F0D7BF"/>
      </a:accent4>
      <a:accent5>
        <a:srgbClr val="FFCEC6"/>
      </a:accent5>
      <a:accent6>
        <a:srgbClr val="BDDBD2"/>
      </a:accent6>
      <a:hlink>
        <a:srgbClr val="115E67"/>
      </a:hlink>
      <a:folHlink>
        <a:srgbClr val="9A3324"/>
      </a:folHlink>
    </a:clrScheme>
    <a:fontScheme name="Anpassat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DE0D405F-EE2F-5A4D-85D5-F63F4B998D18}" vid="{F1AA1CB7-35A2-BE41-B107-3940343B9298}"/>
    </a:ext>
  </a:extLst>
</a:theme>
</file>

<file path=ppt/theme/theme5.xml><?xml version="1.0" encoding="utf-8"?>
<a:theme xmlns:a="http://schemas.openxmlformats.org/drawingml/2006/main" name="Diagram och tabeller">
  <a:themeElements>
    <a:clrScheme name="SKR_2024">
      <a:dk1>
        <a:srgbClr val="000000"/>
      </a:dk1>
      <a:lt1>
        <a:srgbClr val="FFFFFF"/>
      </a:lt1>
      <a:dk2>
        <a:srgbClr val="9A3324"/>
      </a:dk2>
      <a:lt2>
        <a:srgbClr val="F7F2EB"/>
      </a:lt2>
      <a:accent1>
        <a:srgbClr val="FF7C5D"/>
      </a:accent1>
      <a:accent2>
        <a:srgbClr val="115E67"/>
      </a:accent2>
      <a:accent3>
        <a:srgbClr val="154F80"/>
      </a:accent3>
      <a:accent4>
        <a:srgbClr val="F0D7BF"/>
      </a:accent4>
      <a:accent5>
        <a:srgbClr val="FFCEC6"/>
      </a:accent5>
      <a:accent6>
        <a:srgbClr val="BDDBD2"/>
      </a:accent6>
      <a:hlink>
        <a:srgbClr val="115E67"/>
      </a:hlink>
      <a:folHlink>
        <a:srgbClr val="9A3324"/>
      </a:folHlink>
    </a:clrScheme>
    <a:fontScheme name="Anpassat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DE0D405F-EE2F-5A4D-85D5-F63F4B998D18}" vid="{CDE4C826-2DE9-3341-84A9-D3D08F668F71}"/>
    </a:ext>
  </a:extLst>
</a:theme>
</file>

<file path=ppt/theme/theme6.xml><?xml version="1.0" encoding="utf-8"?>
<a:theme xmlns:a="http://schemas.openxmlformats.org/drawingml/2006/main" name="Specialbilder">
  <a:themeElements>
    <a:clrScheme name="SKR_2024">
      <a:dk1>
        <a:srgbClr val="000000"/>
      </a:dk1>
      <a:lt1>
        <a:srgbClr val="FFFFFF"/>
      </a:lt1>
      <a:dk2>
        <a:srgbClr val="9A3324"/>
      </a:dk2>
      <a:lt2>
        <a:srgbClr val="F7F2EB"/>
      </a:lt2>
      <a:accent1>
        <a:srgbClr val="FF7C5D"/>
      </a:accent1>
      <a:accent2>
        <a:srgbClr val="115E67"/>
      </a:accent2>
      <a:accent3>
        <a:srgbClr val="154F80"/>
      </a:accent3>
      <a:accent4>
        <a:srgbClr val="F0D7BF"/>
      </a:accent4>
      <a:accent5>
        <a:srgbClr val="FFCEC6"/>
      </a:accent5>
      <a:accent6>
        <a:srgbClr val="BDDBD2"/>
      </a:accent6>
      <a:hlink>
        <a:srgbClr val="115E67"/>
      </a:hlink>
      <a:folHlink>
        <a:srgbClr val="9A3324"/>
      </a:folHlink>
    </a:clrScheme>
    <a:fontScheme name="Anpassat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DE0D405F-EE2F-5A4D-85D5-F63F4B998D18}" vid="{465054CF-51C4-3848-B1B8-C1B431095DF5}"/>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A7BA1582E593841BBD1B0B2B78E6F5F" ma:contentTypeVersion="4" ma:contentTypeDescription="Create a new document." ma:contentTypeScope="" ma:versionID="6eb004fca1d015791320f9ec9cd22dfe">
  <xsd:schema xmlns:xsd="http://www.w3.org/2001/XMLSchema" xmlns:xs="http://www.w3.org/2001/XMLSchema" xmlns:p="http://schemas.microsoft.com/office/2006/metadata/properties" xmlns:ns2="af9b82fd-bfdc-4181-a204-e623554e49e7" targetNamespace="http://schemas.microsoft.com/office/2006/metadata/properties" ma:root="true" ma:fieldsID="5197778193b9c23280d49b8775aa0909" ns2:_="">
    <xsd:import namespace="af9b82fd-bfdc-4181-a204-e623554e49e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9b82fd-bfdc-4181-a204-e623554e49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9DF864-8C45-46B1-8BFA-4C07F235A8D1}">
  <ds:schemaRefs>
    <ds:schemaRef ds:uri="http://schemas.microsoft.com/sharepoint/v3/contenttype/forms"/>
  </ds:schemaRefs>
</ds:datastoreItem>
</file>

<file path=customXml/itemProps2.xml><?xml version="1.0" encoding="utf-8"?>
<ds:datastoreItem xmlns:ds="http://schemas.openxmlformats.org/officeDocument/2006/customXml" ds:itemID="{3F42A088-ED96-4DDD-BEAA-94D6C9DCC96F}">
  <ds:schemaRef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af9b82fd-bfdc-4181-a204-e623554e49e7"/>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0DF30E93-7E4F-41EB-AF22-3E7180B730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9b82fd-bfdc-4181-a204-e623554e49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bedf1c5-bd0c-4dbf-abd6-7cd7c5ae5b40}" enabled="1" method="Standard" siteId="{7d4b8963-dacf-4722-a0a7-0d57c755f778}" removed="0"/>
</clbl:labelList>
</file>

<file path=docProps/app.xml><?xml version="1.0" encoding="utf-8"?>
<Properties xmlns="http://schemas.openxmlformats.org/officeDocument/2006/extended-properties" xmlns:vt="http://schemas.openxmlformats.org/officeDocument/2006/docPropsVTypes">
  <Template>Mall för presentation_2026</Template>
  <TotalTime>1</TotalTime>
  <Words>71</Words>
  <Application>Microsoft Office PowerPoint</Application>
  <PresentationFormat>Bredbild</PresentationFormat>
  <Paragraphs>8</Paragraphs>
  <Slides>5</Slides>
  <Notes>0</Notes>
  <HiddenSlides>0</HiddenSlides>
  <MMClips>0</MMClips>
  <ScaleCrop>false</ScaleCrop>
  <HeadingPairs>
    <vt:vector size="6" baseType="variant">
      <vt:variant>
        <vt:lpstr>Använt teckensnitt</vt:lpstr>
      </vt:variant>
      <vt:variant>
        <vt:i4>2</vt:i4>
      </vt:variant>
      <vt:variant>
        <vt:lpstr>Tema</vt:lpstr>
      </vt:variant>
      <vt:variant>
        <vt:i4>6</vt:i4>
      </vt:variant>
      <vt:variant>
        <vt:lpstr>Bildrubriker</vt:lpstr>
      </vt:variant>
      <vt:variant>
        <vt:i4>5</vt:i4>
      </vt:variant>
    </vt:vector>
  </HeadingPairs>
  <TitlesOfParts>
    <vt:vector size="13" baseType="lpstr">
      <vt:lpstr>Arial</vt:lpstr>
      <vt:lpstr>Arial Black</vt:lpstr>
      <vt:lpstr>Rubrikbilder</vt:lpstr>
      <vt:lpstr>Text/text och innehåll</vt:lpstr>
      <vt:lpstr>Text och bild</vt:lpstr>
      <vt:lpstr>Bara rubrik</vt:lpstr>
      <vt:lpstr>Diagram och tabeller</vt:lpstr>
      <vt:lpstr>Specialbilder</vt:lpstr>
      <vt:lpstr>Mall för 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Peder Hofman-Bang</dc:creator>
  <cp:lastModifiedBy>Peder Hofman-Bang</cp:lastModifiedBy>
  <cp:revision>1</cp:revision>
  <dcterms:created xsi:type="dcterms:W3CDTF">2026-06-17T14:33:48Z</dcterms:created>
  <dcterms:modified xsi:type="dcterms:W3CDTF">2026-06-17T14:34:52Z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0x0101007A7BA1582E593841BBD1B0B2B78E6F5F</vt:lpwstr>
  </property>
</Properties>
</file>