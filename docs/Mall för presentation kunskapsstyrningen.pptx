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4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5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6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4"/>
    <p:sldMasterId id="2147483676" r:id="rId5"/>
    <p:sldMasterId id="2147483695" r:id="rId6"/>
    <p:sldMasterId id="2147483708" r:id="rId7"/>
    <p:sldMasterId id="2147483777" r:id="rId8"/>
    <p:sldMasterId id="2147483799" r:id="rId9"/>
  </p:sldMasterIdLst>
  <p:sldIdLst>
    <p:sldId id="256" r:id="rId10"/>
    <p:sldId id="257" r:id="rId11"/>
    <p:sldId id="258" r:id="rId12"/>
    <p:sldId id="260" r:id="rId13"/>
    <p:sldId id="259" r:id="rId14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F2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8F80B3-010A-DA40-BD9D-A903F6E08DAA}" v="96" dt="2025-10-07T11:24:10.711"/>
    <p1510:client id="{8EDE1C8C-A0C9-540B-7F31-BF36A659C31B}" v="3" dt="2025-10-07T12:41:43.1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558"/>
  </p:normalViewPr>
  <p:slideViewPr>
    <p:cSldViewPr snapToGrid="0">
      <p:cViewPr varScale="1">
        <p:scale>
          <a:sx n="138" d="100"/>
          <a:sy n="138" d="100"/>
        </p:scale>
        <p:origin x="2448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4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3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2.xml"/><Relationship Id="rId5" Type="http://schemas.openxmlformats.org/officeDocument/2006/relationships/slideMaster" Target="slideMasters/slideMaster2.xml"/><Relationship Id="rId15" Type="http://schemas.openxmlformats.org/officeDocument/2006/relationships/presProps" Target="presProps.xml"/><Relationship Id="rId10" Type="http://schemas.openxmlformats.org/officeDocument/2006/relationships/slide" Target="slides/slide1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openxmlformats.org/officeDocument/2006/relationships/image" Target="../media/image4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bild beige med mönster">
    <p:bg>
      <p:bgPr>
        <a:solidFill>
          <a:srgbClr val="F7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objekt 7">
            <a:extLst>
              <a:ext uri="{FF2B5EF4-FFF2-40B4-BE49-F238E27FC236}">
                <a16:creationId xmlns:a16="http://schemas.microsoft.com/office/drawing/2014/main" id="{2ADD9178-0AE6-B367-80FD-AF086271DD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3" y="1"/>
            <a:ext cx="12192001" cy="6858000"/>
          </a:xfrm>
          <a:prstGeom prst="rect">
            <a:avLst/>
          </a:prstGeom>
        </p:spPr>
      </p:pic>
      <p:pic>
        <p:nvPicPr>
          <p:cNvPr id="9" name="Bildobjekt 8">
            <a:extLst>
              <a:ext uri="{FF2B5EF4-FFF2-40B4-BE49-F238E27FC236}">
                <a16:creationId xmlns:a16="http://schemas.microsoft.com/office/drawing/2014/main" id="{6468DE70-4FE4-29AD-F726-FA43473E28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8723" y="2249374"/>
            <a:ext cx="4763277" cy="4608626"/>
          </a:xfrm>
          <a:prstGeom prst="rect">
            <a:avLst/>
          </a:prstGeom>
        </p:spPr>
      </p:pic>
      <p:pic>
        <p:nvPicPr>
          <p:cNvPr id="10" name="Bildobjekt 9">
            <a:extLst>
              <a:ext uri="{FF2B5EF4-FFF2-40B4-BE49-F238E27FC236}">
                <a16:creationId xmlns:a16="http://schemas.microsoft.com/office/drawing/2014/main" id="{8CCAE071-8902-1D7B-1CB2-6FE2992892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1579773" cy="6929120"/>
          </a:xfrm>
          <a:prstGeom prst="rect">
            <a:avLst/>
          </a:prstGeom>
        </p:spPr>
      </p:pic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D5A6E465-C25D-A7A3-7EF2-615E62A92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D24E2-704C-4D37-BA3F-3A87B7C16133}" type="datetimeFigureOut">
              <a:rPr lang="sv-SE" smtClean="0"/>
              <a:t>2026-06-17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45DC0A25-9534-A193-D576-70049C634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D8DE994E-6983-C5FA-24CC-9E1F3B1D3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021E2-E97B-4976-AF53-1A9B1E45C5FA}" type="slidenum">
              <a:rPr lang="sv-SE" smtClean="0"/>
              <a:t>‹#›</a:t>
            </a:fld>
            <a:endParaRPr lang="sv-SE"/>
          </a:p>
        </p:txBody>
      </p:sp>
      <p:sp>
        <p:nvSpPr>
          <p:cNvPr id="17" name="Platshållare för text 16">
            <a:extLst>
              <a:ext uri="{FF2B5EF4-FFF2-40B4-BE49-F238E27FC236}">
                <a16:creationId xmlns:a16="http://schemas.microsoft.com/office/drawing/2014/main" id="{613EB396-CF69-E5C2-D606-7996B4019CB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4896197"/>
            <a:ext cx="7313611" cy="844204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  <a:lvl3pPr marL="914400" indent="0">
              <a:buNone/>
              <a:defRPr/>
            </a:lvl3pPr>
          </a:lstStyle>
          <a:p>
            <a:pPr lvl="0"/>
            <a:r>
              <a:rPr lang="sv-SE" sz="2400"/>
              <a:t>Underrubrik</a:t>
            </a:r>
          </a:p>
        </p:txBody>
      </p:sp>
      <p:sp>
        <p:nvSpPr>
          <p:cNvPr id="21" name="Platshållare för text 7">
            <a:extLst>
              <a:ext uri="{FF2B5EF4-FFF2-40B4-BE49-F238E27FC236}">
                <a16:creationId xmlns:a16="http://schemas.microsoft.com/office/drawing/2014/main" id="{57B99B3E-FF60-1449-D5E0-96D192A380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407892" y="311234"/>
            <a:ext cx="1332000" cy="551506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v-SE"/>
              <a:t> </a:t>
            </a: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76AA09FD-0A69-0D39-EE95-2FECD7D89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2478025"/>
            <a:ext cx="7313612" cy="2353220"/>
          </a:xfrm>
        </p:spPr>
        <p:txBody>
          <a:bodyPr/>
          <a:lstStyle>
            <a:lvl1pPr>
              <a:defRPr sz="5400"/>
            </a:lvl1pPr>
          </a:lstStyle>
          <a:p>
            <a:r>
              <a:rPr lang="sv-SE"/>
              <a:t>Klicka här för att ändra mall för rubrikformat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73931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bild blå med mönster">
    <p:bg>
      <p:bgPr>
        <a:solidFill>
          <a:srgbClr val="DFEF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ktangel 6">
            <a:extLst>
              <a:ext uri="{FF2B5EF4-FFF2-40B4-BE49-F238E27FC236}">
                <a16:creationId xmlns:a16="http://schemas.microsoft.com/office/drawing/2014/main" id="{267BA035-F610-C643-0B6F-171F34C021D8}"/>
              </a:ext>
            </a:extLst>
          </p:cNvPr>
          <p:cNvSpPr/>
          <p:nvPr/>
        </p:nvSpPr>
        <p:spPr>
          <a:xfrm>
            <a:off x="-14161" y="0"/>
            <a:ext cx="12196852" cy="6860663"/>
          </a:xfrm>
          <a:prstGeom prst="rect">
            <a:avLst/>
          </a:prstGeom>
          <a:solidFill>
            <a:srgbClr val="115E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pic>
        <p:nvPicPr>
          <p:cNvPr id="9" name="Bildobjekt 8">
            <a:extLst>
              <a:ext uri="{FF2B5EF4-FFF2-40B4-BE49-F238E27FC236}">
                <a16:creationId xmlns:a16="http://schemas.microsoft.com/office/drawing/2014/main" id="{626F38BB-2CD1-32F8-A8D4-5701EA7F47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8722" y="2249375"/>
            <a:ext cx="4763278" cy="4608626"/>
          </a:xfrm>
          <a:prstGeom prst="rect">
            <a:avLst/>
          </a:prstGeom>
        </p:spPr>
      </p:pic>
      <p:pic>
        <p:nvPicPr>
          <p:cNvPr id="10" name="Bildobjekt 9">
            <a:extLst>
              <a:ext uri="{FF2B5EF4-FFF2-40B4-BE49-F238E27FC236}">
                <a16:creationId xmlns:a16="http://schemas.microsoft.com/office/drawing/2014/main" id="{F428D2D0-ADB2-9132-D9C1-DC7878992B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309" y="1"/>
            <a:ext cx="11541760" cy="6906374"/>
          </a:xfrm>
          <a:prstGeom prst="rect">
            <a:avLst/>
          </a:prstGeom>
        </p:spPr>
      </p:pic>
      <p:sp>
        <p:nvSpPr>
          <p:cNvPr id="11" name="Platshållare för text 16">
            <a:extLst>
              <a:ext uri="{FF2B5EF4-FFF2-40B4-BE49-F238E27FC236}">
                <a16:creationId xmlns:a16="http://schemas.microsoft.com/office/drawing/2014/main" id="{96095D1C-1217-3805-7147-CBC3A88CA6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8892" y="4896198"/>
            <a:ext cx="7315198" cy="844204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accent2"/>
                </a:solidFill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sv-SE" sz="2400" dirty="0"/>
              <a:t>Underrubrik</a:t>
            </a:r>
          </a:p>
        </p:txBody>
      </p:sp>
      <p:sp>
        <p:nvSpPr>
          <p:cNvPr id="13" name="Platshållare för datum 3">
            <a:extLst>
              <a:ext uri="{FF2B5EF4-FFF2-40B4-BE49-F238E27FC236}">
                <a16:creationId xmlns:a16="http://schemas.microsoft.com/office/drawing/2014/main" id="{1DB8D066-8ED8-DB4D-B466-64BB0EEF53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8891" y="6356351"/>
            <a:ext cx="2743200" cy="3651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8E7D24E2-704C-4D37-BA3F-3A87B7C16133}" type="datetimeFigureOut">
              <a:rPr lang="sv-SE" smtClean="0"/>
              <a:pPr/>
              <a:t>2026-06-17</a:t>
            </a:fld>
            <a:endParaRPr lang="sv-SE"/>
          </a:p>
        </p:txBody>
      </p:sp>
      <p:sp>
        <p:nvSpPr>
          <p:cNvPr id="14" name="Platshållare för sidfot 4">
            <a:extLst>
              <a:ext uri="{FF2B5EF4-FFF2-40B4-BE49-F238E27FC236}">
                <a16:creationId xmlns:a16="http://schemas.microsoft.com/office/drawing/2014/main" id="{F0D45E3F-2CDF-DA7A-38C4-961C1627F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29291" y="6356351"/>
            <a:ext cx="4114800" cy="3651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sv-SE"/>
          </a:p>
        </p:txBody>
      </p:sp>
      <p:sp>
        <p:nvSpPr>
          <p:cNvPr id="15" name="Platshållare för bildnummer 5">
            <a:extLst>
              <a:ext uri="{FF2B5EF4-FFF2-40B4-BE49-F238E27FC236}">
                <a16:creationId xmlns:a16="http://schemas.microsoft.com/office/drawing/2014/main" id="{CCA670D9-41E2-3E8E-327A-276FB2206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1291" y="6356351"/>
            <a:ext cx="2743200" cy="3651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8021E2-E97B-4976-AF53-1A9B1E45C5FA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20" name="Platshållare för text 7">
            <a:extLst>
              <a:ext uri="{FF2B5EF4-FFF2-40B4-BE49-F238E27FC236}">
                <a16:creationId xmlns:a16="http://schemas.microsoft.com/office/drawing/2014/main" id="{A25CE8E2-F6D0-FF53-AD39-1C85DD3F89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407892" y="311234"/>
            <a:ext cx="1332000" cy="551506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v-SE"/>
              <a:t> </a:t>
            </a: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7382A2C7-7B8D-D87B-6957-E16E84151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7" y="2478025"/>
            <a:ext cx="7304303" cy="2353220"/>
          </a:xfrm>
        </p:spPr>
        <p:txBody>
          <a:bodyPr/>
          <a:lstStyle>
            <a:lvl1pPr>
              <a:defRPr sz="5400">
                <a:solidFill>
                  <a:schemeClr val="accent2"/>
                </a:solidFill>
              </a:defRPr>
            </a:lvl1pPr>
          </a:lstStyle>
          <a:p>
            <a:r>
              <a:rPr lang="sv-SE"/>
              <a:t>Klicka här för att ändra mall för rubrikformat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879721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ubrikbild med utfallande bild 1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tshållare för bild 5">
            <a:extLst>
              <a:ext uri="{FF2B5EF4-FFF2-40B4-BE49-F238E27FC236}">
                <a16:creationId xmlns:a16="http://schemas.microsoft.com/office/drawing/2014/main" id="{908E459A-1DD8-D673-1B7D-5A47E462710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</a:lstStyle>
          <a:p>
            <a:r>
              <a:rPr lang="sv-SE"/>
              <a:t>Klicka för att infoga bild. </a:t>
            </a:r>
          </a:p>
          <a:p>
            <a:r>
              <a:rPr lang="sv-SE"/>
              <a:t>Bilden är utfallande. </a:t>
            </a:r>
          </a:p>
          <a:p>
            <a:r>
              <a:rPr lang="sv-SE"/>
              <a:t>Se till att den fungerar med rubriken. </a:t>
            </a:r>
          </a:p>
          <a:p>
            <a:r>
              <a:rPr lang="sv-SE"/>
              <a:t>Det går bra att byta färg på texten i rubriken.</a:t>
            </a:r>
          </a:p>
        </p:txBody>
      </p:sp>
      <p:sp>
        <p:nvSpPr>
          <p:cNvPr id="2" name="Platshållare för datum 1">
            <a:extLst>
              <a:ext uri="{FF2B5EF4-FFF2-40B4-BE49-F238E27FC236}">
                <a16:creationId xmlns:a16="http://schemas.microsoft.com/office/drawing/2014/main" id="{3C9AA39D-994F-D672-1A92-949D21179B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830D1-9B43-4A41-B3A1-206CB98018A1}" type="datetime1">
              <a:rPr lang="sv-SE" smtClean="0"/>
              <a:t>2026-06-17</a:t>
            </a:fld>
            <a:endParaRPr lang="sv-SE"/>
          </a:p>
        </p:txBody>
      </p:sp>
      <p:sp>
        <p:nvSpPr>
          <p:cNvPr id="3" name="Platshållare för sidfot 2">
            <a:extLst>
              <a:ext uri="{FF2B5EF4-FFF2-40B4-BE49-F238E27FC236}">
                <a16:creationId xmlns:a16="http://schemas.microsoft.com/office/drawing/2014/main" id="{99A9CFFB-D456-6463-A4BD-CE70F4CD1A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Sidfottext</a:t>
            </a:r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12CEC6D5-E7B1-0BCE-0744-951A47347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8761A-F05C-4F01-AE76-2EF79F772060}" type="slidenum">
              <a:rPr lang="sv-SE" smtClean="0"/>
              <a:t>‹#›</a:t>
            </a:fld>
            <a:endParaRPr lang="sv-SE"/>
          </a:p>
        </p:txBody>
      </p:sp>
      <p:sp>
        <p:nvSpPr>
          <p:cNvPr id="5" name="Platshållare för text 7">
            <a:extLst>
              <a:ext uri="{FF2B5EF4-FFF2-40B4-BE49-F238E27FC236}">
                <a16:creationId xmlns:a16="http://schemas.microsoft.com/office/drawing/2014/main" id="{A9979B33-E4C5-CC52-41BD-8785520D94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7892" y="311234"/>
            <a:ext cx="1332000" cy="551506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sv-SE"/>
              <a:t> </a:t>
            </a:r>
          </a:p>
        </p:txBody>
      </p:sp>
      <p:sp>
        <p:nvSpPr>
          <p:cNvPr id="10" name="Platshållare för text 16">
            <a:extLst>
              <a:ext uri="{FF2B5EF4-FFF2-40B4-BE49-F238E27FC236}">
                <a16:creationId xmlns:a16="http://schemas.microsoft.com/office/drawing/2014/main" id="{85D8FE2A-468F-5253-E8E0-91F9B6BBCF0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4896197"/>
            <a:ext cx="10287004" cy="844204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sv-SE" sz="2400"/>
              <a:t>Underrubrik</a:t>
            </a:r>
          </a:p>
        </p:txBody>
      </p:sp>
      <p:sp>
        <p:nvSpPr>
          <p:cNvPr id="7" name="Rubrik 6">
            <a:extLst>
              <a:ext uri="{FF2B5EF4-FFF2-40B4-BE49-F238E27FC236}">
                <a16:creationId xmlns:a16="http://schemas.microsoft.com/office/drawing/2014/main" id="{9907F5A7-7574-46E1-37CA-27F4341B4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7" y="2478025"/>
            <a:ext cx="10285417" cy="2353220"/>
          </a:xfrm>
        </p:spPr>
        <p:txBody>
          <a:bodyPr/>
          <a:lstStyle/>
          <a:p>
            <a:r>
              <a:rPr lang="sv-SE"/>
              <a:t>Klicka här för att ändra mall för rubrikformat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939173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ubrikbild med utfallande bild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tshållare för bild 5">
            <a:extLst>
              <a:ext uri="{FF2B5EF4-FFF2-40B4-BE49-F238E27FC236}">
                <a16:creationId xmlns:a16="http://schemas.microsoft.com/office/drawing/2014/main" id="{908E459A-1DD8-D673-1B7D-5A47E462710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</a:lstStyle>
          <a:p>
            <a:r>
              <a:rPr lang="sv-SE"/>
              <a:t>Klicka för att infoga bild. </a:t>
            </a:r>
          </a:p>
          <a:p>
            <a:r>
              <a:rPr lang="sv-SE"/>
              <a:t>Bilden är utfallande. </a:t>
            </a:r>
          </a:p>
          <a:p>
            <a:r>
              <a:rPr lang="sv-SE"/>
              <a:t>Se till att den fungerar med rubriken. </a:t>
            </a:r>
          </a:p>
          <a:p>
            <a:r>
              <a:rPr lang="sv-SE"/>
              <a:t>Det går bra att byta färg på texten i rubriken.</a:t>
            </a:r>
          </a:p>
        </p:txBody>
      </p:sp>
      <p:sp>
        <p:nvSpPr>
          <p:cNvPr id="2" name="Platshållare för datum 1">
            <a:extLst>
              <a:ext uri="{FF2B5EF4-FFF2-40B4-BE49-F238E27FC236}">
                <a16:creationId xmlns:a16="http://schemas.microsoft.com/office/drawing/2014/main" id="{3C9AA39D-994F-D672-1A92-949D21179B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830D1-9B43-4A41-B3A1-206CB98018A1}" type="datetime1">
              <a:rPr lang="sv-SE" smtClean="0"/>
              <a:t>2026-06-17</a:t>
            </a:fld>
            <a:endParaRPr lang="sv-SE"/>
          </a:p>
        </p:txBody>
      </p:sp>
      <p:sp>
        <p:nvSpPr>
          <p:cNvPr id="3" name="Platshållare för sidfot 2">
            <a:extLst>
              <a:ext uri="{FF2B5EF4-FFF2-40B4-BE49-F238E27FC236}">
                <a16:creationId xmlns:a16="http://schemas.microsoft.com/office/drawing/2014/main" id="{99A9CFFB-D456-6463-A4BD-CE70F4CD1A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Sidfottext</a:t>
            </a:r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12CEC6D5-E7B1-0BCE-0744-951A47347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8761A-F05C-4F01-AE76-2EF79F772060}" type="slidenum">
              <a:rPr lang="sv-SE" smtClean="0"/>
              <a:t>‹#›</a:t>
            </a:fld>
            <a:endParaRPr lang="sv-SE"/>
          </a:p>
        </p:txBody>
      </p:sp>
      <p:sp>
        <p:nvSpPr>
          <p:cNvPr id="10" name="Platshållare för text 16">
            <a:extLst>
              <a:ext uri="{FF2B5EF4-FFF2-40B4-BE49-F238E27FC236}">
                <a16:creationId xmlns:a16="http://schemas.microsoft.com/office/drawing/2014/main" id="{85D8FE2A-468F-5253-E8E0-91F9B6BBCF0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4896197"/>
            <a:ext cx="10287004" cy="844204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sv-SE" sz="2400"/>
              <a:t>Underrubrik</a:t>
            </a:r>
          </a:p>
        </p:txBody>
      </p:sp>
      <p:sp>
        <p:nvSpPr>
          <p:cNvPr id="7" name="Platshållare för text 10">
            <a:extLst>
              <a:ext uri="{FF2B5EF4-FFF2-40B4-BE49-F238E27FC236}">
                <a16:creationId xmlns:a16="http://schemas.microsoft.com/office/drawing/2014/main" id="{CC0B80D9-E849-8C70-7B22-9F0A60A413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7892" y="311234"/>
            <a:ext cx="1332000" cy="551506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chemeClr val="accent3"/>
                </a:solidFill>
              </a:defRPr>
            </a:lvl1pPr>
          </a:lstStyle>
          <a:p>
            <a:pPr lvl="0"/>
            <a:r>
              <a:rPr lang="sv-SE"/>
              <a:t> </a:t>
            </a:r>
          </a:p>
        </p:txBody>
      </p:sp>
      <p:sp>
        <p:nvSpPr>
          <p:cNvPr id="5" name="Rubrik 4">
            <a:extLst>
              <a:ext uri="{FF2B5EF4-FFF2-40B4-BE49-F238E27FC236}">
                <a16:creationId xmlns:a16="http://schemas.microsoft.com/office/drawing/2014/main" id="{85CE2C60-27A6-DB8F-FCF1-19AFE3676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7" y="2478025"/>
            <a:ext cx="10285417" cy="2353220"/>
          </a:xfrm>
        </p:spPr>
        <p:txBody>
          <a:bodyPr/>
          <a:lstStyle/>
          <a:p>
            <a:r>
              <a:rPr lang="sv-SE"/>
              <a:t>Klicka här för att ändra mall för rubrikformat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992351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bild med foto">
    <p:bg>
      <p:bgPr>
        <a:solidFill>
          <a:srgbClr val="FFEB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D5A6E465-C25D-A7A3-7EF2-615E62A92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7D24E2-704C-4D37-BA3F-3A87B7C16133}" type="datetimeFigureOut">
              <a:rPr lang="sv-SE" smtClean="0"/>
              <a:pPr/>
              <a:t>2026-06-17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45DC0A25-9534-A193-D576-70049C634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D8DE994E-6983-C5FA-24CC-9E1F3B1D3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88021E2-E97B-4976-AF53-1A9B1E45C5FA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12" name="Platshållare för bild 11">
            <a:extLst>
              <a:ext uri="{FF2B5EF4-FFF2-40B4-BE49-F238E27FC236}">
                <a16:creationId xmlns:a16="http://schemas.microsoft.com/office/drawing/2014/main" id="{FE179C2C-6E78-69E3-9168-D80CC4E0899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0" y="0"/>
            <a:ext cx="6096000" cy="6858000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</a:lstStyle>
          <a:p>
            <a:r>
              <a:rPr lang="sv-SE"/>
              <a:t>Klicka här för att infoga bild.</a:t>
            </a:r>
          </a:p>
        </p:txBody>
      </p:sp>
      <p:sp>
        <p:nvSpPr>
          <p:cNvPr id="16" name="Platshållare för text 16">
            <a:extLst>
              <a:ext uri="{FF2B5EF4-FFF2-40B4-BE49-F238E27FC236}">
                <a16:creationId xmlns:a16="http://schemas.microsoft.com/office/drawing/2014/main" id="{D0929707-C670-25EC-9F10-34A3DCD8F7F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4963899"/>
            <a:ext cx="4881283" cy="844204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tx2"/>
                </a:solidFill>
                <a:latin typeface="+mn-lt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sv-SE" sz="2400"/>
              <a:t>Underrubrik</a:t>
            </a: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749A3693-73FD-8DAB-FD62-B84C59814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428999"/>
            <a:ext cx="4879695" cy="1402245"/>
          </a:xfrm>
        </p:spPr>
        <p:txBody>
          <a:bodyPr/>
          <a:lstStyle>
            <a:lvl1pPr>
              <a:defRPr sz="4400">
                <a:solidFill>
                  <a:schemeClr val="tx2"/>
                </a:solidFill>
              </a:defRPr>
            </a:lvl1pPr>
          </a:lstStyle>
          <a:p>
            <a:r>
              <a:rPr lang="sv-SE"/>
              <a:t>Klicka här för att ändra mall för rubrikformat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41446702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bild beige">
    <p:bg>
      <p:bgPr>
        <a:solidFill>
          <a:srgbClr val="F7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tshållare för datum 3">
            <a:extLst>
              <a:ext uri="{FF2B5EF4-FFF2-40B4-BE49-F238E27FC236}">
                <a16:creationId xmlns:a16="http://schemas.microsoft.com/office/drawing/2014/main" id="{E9786BC0-DEEA-DDE5-AB67-3AC0424B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E7D24E2-704C-4D37-BA3F-3A87B7C16133}" type="datetimeFigureOut">
              <a:rPr lang="sv-SE" smtClean="0"/>
              <a:t>2026-06-17</a:t>
            </a:fld>
            <a:endParaRPr lang="sv-SE"/>
          </a:p>
        </p:txBody>
      </p:sp>
      <p:sp>
        <p:nvSpPr>
          <p:cNvPr id="16" name="Platshållare för sidfot 4">
            <a:extLst>
              <a:ext uri="{FF2B5EF4-FFF2-40B4-BE49-F238E27FC236}">
                <a16:creationId xmlns:a16="http://schemas.microsoft.com/office/drawing/2014/main" id="{E0CF1320-EB42-4D53-C6FB-4B8C0A6E5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sv-SE"/>
          </a:p>
        </p:txBody>
      </p:sp>
      <p:sp>
        <p:nvSpPr>
          <p:cNvPr id="23" name="Platshållare för bildnummer 5">
            <a:extLst>
              <a:ext uri="{FF2B5EF4-FFF2-40B4-BE49-F238E27FC236}">
                <a16:creationId xmlns:a16="http://schemas.microsoft.com/office/drawing/2014/main" id="{3D623F1B-DF7C-7C3E-2E47-C4177A62D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88021E2-E97B-4976-AF53-1A9B1E45C5FA}" type="slidenum">
              <a:rPr lang="sv-SE" smtClean="0"/>
              <a:t>‹#›</a:t>
            </a:fld>
            <a:endParaRPr lang="sv-SE"/>
          </a:p>
        </p:txBody>
      </p:sp>
      <p:sp>
        <p:nvSpPr>
          <p:cNvPr id="24" name="Platshållare för text 16">
            <a:extLst>
              <a:ext uri="{FF2B5EF4-FFF2-40B4-BE49-F238E27FC236}">
                <a16:creationId xmlns:a16="http://schemas.microsoft.com/office/drawing/2014/main" id="{18BBF61C-F34C-29EE-A044-30894E200B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1" y="4896197"/>
            <a:ext cx="10287004" cy="844204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sv-SE" sz="2400" dirty="0"/>
              <a:t>Underrubrik</a:t>
            </a:r>
          </a:p>
        </p:txBody>
      </p:sp>
      <p:sp>
        <p:nvSpPr>
          <p:cNvPr id="3" name="Rubrik 2">
            <a:extLst>
              <a:ext uri="{FF2B5EF4-FFF2-40B4-BE49-F238E27FC236}">
                <a16:creationId xmlns:a16="http://schemas.microsoft.com/office/drawing/2014/main" id="{DE2704C7-2370-1821-C55C-DBB41FC39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2679366"/>
            <a:ext cx="10287002" cy="2145417"/>
          </a:xfrm>
        </p:spPr>
        <p:txBody>
          <a:bodyPr/>
          <a:lstStyle>
            <a:lvl1pPr>
              <a:defRPr sz="7200"/>
            </a:lvl1pPr>
          </a:lstStyle>
          <a:p>
            <a:r>
              <a:rPr lang="sv-SE"/>
              <a:t>Klicka här för att ändra mall för rubrikformat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612484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bild rosa">
    <p:bg>
      <p:bgPr>
        <a:solidFill>
          <a:srgbClr val="FFEB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D5A6E465-C25D-A7A3-7EF2-615E62A92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7D24E2-704C-4D37-BA3F-3A87B7C16133}" type="datetimeFigureOut">
              <a:rPr lang="sv-SE" smtClean="0"/>
              <a:pPr/>
              <a:t>2026-06-17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45DC0A25-9534-A193-D576-70049C634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D8DE994E-6983-C5FA-24CC-9E1F3B1D3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88021E2-E97B-4976-AF53-1A9B1E45C5FA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2" name="Platshållare för text 16">
            <a:extLst>
              <a:ext uri="{FF2B5EF4-FFF2-40B4-BE49-F238E27FC236}">
                <a16:creationId xmlns:a16="http://schemas.microsoft.com/office/drawing/2014/main" id="{DCC4902A-64F4-F5DC-F03A-82BEA146ACA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1" y="4896197"/>
            <a:ext cx="10287004" cy="844204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sv-SE" sz="2400" dirty="0"/>
              <a:t>Underrubrik</a:t>
            </a:r>
          </a:p>
        </p:txBody>
      </p:sp>
      <p:sp>
        <p:nvSpPr>
          <p:cNvPr id="8" name="Rubrik 2">
            <a:extLst>
              <a:ext uri="{FF2B5EF4-FFF2-40B4-BE49-F238E27FC236}">
                <a16:creationId xmlns:a16="http://schemas.microsoft.com/office/drawing/2014/main" id="{3CDCF32D-E624-4FF2-88F5-9745DF894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2679366"/>
            <a:ext cx="10287002" cy="2145417"/>
          </a:xfrm>
        </p:spPr>
        <p:txBody>
          <a:bodyPr/>
          <a:lstStyle>
            <a:lvl1pPr>
              <a:defRPr sz="7200">
                <a:solidFill>
                  <a:schemeClr val="tx2"/>
                </a:solidFill>
              </a:defRPr>
            </a:lvl1pPr>
          </a:lstStyle>
          <a:p>
            <a:r>
              <a:rPr lang="sv-SE"/>
              <a:t>Klicka här för att ändra mall för rubrikformat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800242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bild grön ">
    <p:bg>
      <p:bgPr>
        <a:solidFill>
          <a:srgbClr val="DFEF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D5A6E465-C25D-A7A3-7EF2-615E62A92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8E7D24E2-704C-4D37-BA3F-3A87B7C16133}" type="datetimeFigureOut">
              <a:rPr lang="sv-SE" smtClean="0"/>
              <a:pPr/>
              <a:t>2026-06-17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45DC0A25-9534-A193-D576-70049C634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D8DE994E-6983-C5FA-24CC-9E1F3B1D3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8021E2-E97B-4976-AF53-1A9B1E45C5FA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7" name="Platshållare för text 16">
            <a:extLst>
              <a:ext uri="{FF2B5EF4-FFF2-40B4-BE49-F238E27FC236}">
                <a16:creationId xmlns:a16="http://schemas.microsoft.com/office/drawing/2014/main" id="{3331C3CC-AFB9-3E7A-CD6A-9BA79C6EBD1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1" y="4896197"/>
            <a:ext cx="10287004" cy="844204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accent2"/>
                </a:solidFill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sv-SE" sz="2400" dirty="0"/>
              <a:t>Underrubrik</a:t>
            </a:r>
          </a:p>
        </p:txBody>
      </p:sp>
      <p:sp>
        <p:nvSpPr>
          <p:cNvPr id="3" name="Rubrik 2">
            <a:extLst>
              <a:ext uri="{FF2B5EF4-FFF2-40B4-BE49-F238E27FC236}">
                <a16:creationId xmlns:a16="http://schemas.microsoft.com/office/drawing/2014/main" id="{A6A02812-26F5-E4E2-7509-BED862291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2679366"/>
            <a:ext cx="10287002" cy="2145417"/>
          </a:xfrm>
        </p:spPr>
        <p:txBody>
          <a:bodyPr/>
          <a:lstStyle>
            <a:lvl1pPr>
              <a:defRPr sz="7200">
                <a:solidFill>
                  <a:schemeClr val="accent2"/>
                </a:solidFill>
              </a:defRPr>
            </a:lvl1pPr>
          </a:lstStyle>
          <a:p>
            <a:r>
              <a:rPr lang="sv-SE"/>
              <a:t>Klicka här för att ändra mall för rubrikformat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1684796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beige, en spalt">
    <p:bg>
      <p:bgPr>
        <a:solidFill>
          <a:srgbClr val="F7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D5A6E465-C25D-A7A3-7EF2-615E62A92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7D24E2-704C-4D37-BA3F-3A87B7C16133}" type="datetimeFigureOut">
              <a:rPr lang="sv-SE" smtClean="0"/>
              <a:pPr/>
              <a:t>2026-06-17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45DC0A25-9534-A193-D576-70049C634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D8DE994E-6983-C5FA-24CC-9E1F3B1D3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88021E2-E97B-4976-AF53-1A9B1E45C5FA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2" name="Platshållare för innehåll 12">
            <a:extLst>
              <a:ext uri="{FF2B5EF4-FFF2-40B4-BE49-F238E27FC236}">
                <a16:creationId xmlns:a16="http://schemas.microsoft.com/office/drawing/2014/main" id="{A1A48B14-AB12-58D1-A592-B85AB092453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9787" y="3230151"/>
            <a:ext cx="7313610" cy="3063042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  <p:sp>
        <p:nvSpPr>
          <p:cNvPr id="8" name="Rubrik 7">
            <a:extLst>
              <a:ext uri="{FF2B5EF4-FFF2-40B4-BE49-F238E27FC236}">
                <a16:creationId xmlns:a16="http://schemas.microsoft.com/office/drawing/2014/main" id="{1F84B34C-B6D6-4223-03B7-7E3E70BD7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790006"/>
            <a:ext cx="7313609" cy="132556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sv-SE" dirty="0"/>
              <a:t>Klicka här för att ändra mall för rubrikformat</a:t>
            </a:r>
          </a:p>
        </p:txBody>
      </p:sp>
    </p:spTree>
    <p:extLst>
      <p:ext uri="{BB962C8B-B14F-4D97-AF65-F5344CB8AC3E}">
        <p14:creationId xmlns:p14="http://schemas.microsoft.com/office/powerpoint/2010/main" val="29119603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rosa, en spalt">
    <p:bg>
      <p:bgPr>
        <a:solidFill>
          <a:srgbClr val="FFEB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D5A6E465-C25D-A7A3-7EF2-615E62A92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7D24E2-704C-4D37-BA3F-3A87B7C16133}" type="datetimeFigureOut">
              <a:rPr lang="sv-SE" smtClean="0"/>
              <a:pPr/>
              <a:t>2026-06-17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45DC0A25-9534-A193-D576-70049C634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D8DE994E-6983-C5FA-24CC-9E1F3B1D3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88021E2-E97B-4976-AF53-1A9B1E45C5FA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2" name="Platshållare för innehåll 12">
            <a:extLst>
              <a:ext uri="{FF2B5EF4-FFF2-40B4-BE49-F238E27FC236}">
                <a16:creationId xmlns:a16="http://schemas.microsoft.com/office/drawing/2014/main" id="{9AA93C1B-A1E6-A44E-2486-BF36BA9A80D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9787" y="3230151"/>
            <a:ext cx="7313610" cy="3063042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>
              <a:defRPr sz="2000">
                <a:solidFill>
                  <a:schemeClr val="tx2"/>
                </a:solidFill>
              </a:defRPr>
            </a:lvl2pPr>
            <a:lvl3pPr>
              <a:defRPr sz="1800">
                <a:solidFill>
                  <a:schemeClr val="tx2"/>
                </a:solidFill>
              </a:defRPr>
            </a:lvl3pPr>
            <a:lvl4pPr>
              <a:defRPr sz="1800">
                <a:solidFill>
                  <a:schemeClr val="tx2"/>
                </a:solidFill>
              </a:defRPr>
            </a:lvl4pPr>
            <a:lvl5pPr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  <p:sp>
        <p:nvSpPr>
          <p:cNvPr id="7" name="Rubrik 7">
            <a:extLst>
              <a:ext uri="{FF2B5EF4-FFF2-40B4-BE49-F238E27FC236}">
                <a16:creationId xmlns:a16="http://schemas.microsoft.com/office/drawing/2014/main" id="{56EC1992-372F-73C3-2754-DB40736A1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790006"/>
            <a:ext cx="7313609" cy="1325563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sv-SE" dirty="0"/>
              <a:t>Klicka här för att ändra mall för rubrikformat</a:t>
            </a:r>
          </a:p>
        </p:txBody>
      </p:sp>
    </p:spTree>
    <p:extLst>
      <p:ext uri="{BB962C8B-B14F-4D97-AF65-F5344CB8AC3E}">
        <p14:creationId xmlns:p14="http://schemas.microsoft.com/office/powerpoint/2010/main" val="18429952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grön, en spalt">
    <p:bg>
      <p:bgPr>
        <a:solidFill>
          <a:srgbClr val="DFEF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D5A6E465-C25D-A7A3-7EF2-615E62A92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8E7D24E2-704C-4D37-BA3F-3A87B7C16133}" type="datetimeFigureOut">
              <a:rPr lang="sv-SE" smtClean="0"/>
              <a:pPr/>
              <a:t>2026-06-17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45DC0A25-9534-A193-D576-70049C634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D8DE994E-6983-C5FA-24CC-9E1F3B1D3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8021E2-E97B-4976-AF53-1A9B1E45C5FA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2" name="Platshållare för innehåll 12">
            <a:extLst>
              <a:ext uri="{FF2B5EF4-FFF2-40B4-BE49-F238E27FC236}">
                <a16:creationId xmlns:a16="http://schemas.microsoft.com/office/drawing/2014/main" id="{974BBD30-907E-F897-0BBE-B632833629A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9787" y="3230151"/>
            <a:ext cx="7313610" cy="3063042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accent2"/>
                </a:solidFill>
              </a:defRPr>
            </a:lvl1pPr>
            <a:lvl2pPr>
              <a:defRPr sz="2000">
                <a:solidFill>
                  <a:schemeClr val="accent2"/>
                </a:solidFill>
              </a:defRPr>
            </a:lvl2pPr>
            <a:lvl3pPr>
              <a:defRPr sz="1800">
                <a:solidFill>
                  <a:schemeClr val="accent2"/>
                </a:solidFill>
              </a:defRPr>
            </a:lvl3pPr>
            <a:lvl4pPr>
              <a:defRPr sz="1800">
                <a:solidFill>
                  <a:schemeClr val="accent2"/>
                </a:solidFill>
              </a:defRPr>
            </a:lvl4pPr>
            <a:lvl5pPr>
              <a:defRPr sz="1800">
                <a:solidFill>
                  <a:schemeClr val="accent2"/>
                </a:solidFill>
              </a:defRPr>
            </a:lvl5pPr>
          </a:lstStyle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  <p:sp>
        <p:nvSpPr>
          <p:cNvPr id="8" name="Rubrik 7">
            <a:extLst>
              <a:ext uri="{FF2B5EF4-FFF2-40B4-BE49-F238E27FC236}">
                <a16:creationId xmlns:a16="http://schemas.microsoft.com/office/drawing/2014/main" id="{DB6E9685-986B-69A8-3437-C5DC2AAB2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790006"/>
            <a:ext cx="7313609" cy="1325563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sv-SE" dirty="0"/>
              <a:t>Klicka här för att ändra mall för rubrikformat</a:t>
            </a:r>
          </a:p>
        </p:txBody>
      </p:sp>
    </p:spTree>
    <p:extLst>
      <p:ext uri="{BB962C8B-B14F-4D97-AF65-F5344CB8AC3E}">
        <p14:creationId xmlns:p14="http://schemas.microsoft.com/office/powerpoint/2010/main" val="21994376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beige, två spalter">
    <p:bg>
      <p:bgPr>
        <a:solidFill>
          <a:srgbClr val="F7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D5A6E465-C25D-A7A3-7EF2-615E62A92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D24E2-704C-4D37-BA3F-3A87B7C16133}" type="datetimeFigureOut">
              <a:rPr lang="sv-SE" smtClean="0"/>
              <a:t>2026-06-17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45DC0A25-9534-A193-D576-70049C634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D8DE994E-6983-C5FA-24CC-9E1F3B1D3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021E2-E97B-4976-AF53-1A9B1E45C5FA}" type="slidenum">
              <a:rPr lang="sv-SE" smtClean="0"/>
              <a:t>‹#›</a:t>
            </a:fld>
            <a:endParaRPr lang="sv-SE"/>
          </a:p>
        </p:txBody>
      </p:sp>
      <p:sp>
        <p:nvSpPr>
          <p:cNvPr id="11" name="Platshållare för innehåll 12">
            <a:extLst>
              <a:ext uri="{FF2B5EF4-FFF2-40B4-BE49-F238E27FC236}">
                <a16:creationId xmlns:a16="http://schemas.microsoft.com/office/drawing/2014/main" id="{B7205BC0-9D89-3936-0F97-A126CA76F853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6168215" y="3230151"/>
            <a:ext cx="5184000" cy="2984912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  <p:sp>
        <p:nvSpPr>
          <p:cNvPr id="12" name="Platshållare för innehåll 12">
            <a:extLst>
              <a:ext uri="{FF2B5EF4-FFF2-40B4-BE49-F238E27FC236}">
                <a16:creationId xmlns:a16="http://schemas.microsoft.com/office/drawing/2014/main" id="{6EFEFBC4-D1CF-0C4C-D53A-B42C6019731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9785" y="3230151"/>
            <a:ext cx="5184000" cy="2984912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  <p:sp>
        <p:nvSpPr>
          <p:cNvPr id="13" name="Rubrik 7">
            <a:extLst>
              <a:ext uri="{FF2B5EF4-FFF2-40B4-BE49-F238E27FC236}">
                <a16:creationId xmlns:a16="http://schemas.microsoft.com/office/drawing/2014/main" id="{E5836F73-C422-F82D-AC98-ABE680E37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790006"/>
            <a:ext cx="10514012" cy="132556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sv-SE" dirty="0"/>
              <a:t>Klicka här för att ändra mall för rubrikformat</a:t>
            </a:r>
          </a:p>
        </p:txBody>
      </p:sp>
    </p:spTree>
    <p:extLst>
      <p:ext uri="{BB962C8B-B14F-4D97-AF65-F5344CB8AC3E}">
        <p14:creationId xmlns:p14="http://schemas.microsoft.com/office/powerpoint/2010/main" val="25983001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rosa, två spalter">
    <p:bg>
      <p:bgPr>
        <a:solidFill>
          <a:srgbClr val="FFEB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D5A6E465-C25D-A7A3-7EF2-615E62A92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7D24E2-704C-4D37-BA3F-3A87B7C16133}" type="datetimeFigureOut">
              <a:rPr lang="sv-SE" smtClean="0"/>
              <a:pPr/>
              <a:t>2026-06-17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45DC0A25-9534-A193-D576-70049C634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D8DE994E-6983-C5FA-24CC-9E1F3B1D3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88021E2-E97B-4976-AF53-1A9B1E45C5FA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2" name="Platshållare för innehåll 12">
            <a:extLst>
              <a:ext uri="{FF2B5EF4-FFF2-40B4-BE49-F238E27FC236}">
                <a16:creationId xmlns:a16="http://schemas.microsoft.com/office/drawing/2014/main" id="{25B3A412-A29D-9297-F1BD-3898538B9852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6168215" y="3230151"/>
            <a:ext cx="5184000" cy="2984912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  <p:sp>
        <p:nvSpPr>
          <p:cNvPr id="3" name="Platshållare för innehåll 12">
            <a:extLst>
              <a:ext uri="{FF2B5EF4-FFF2-40B4-BE49-F238E27FC236}">
                <a16:creationId xmlns:a16="http://schemas.microsoft.com/office/drawing/2014/main" id="{BF0B90B8-FC78-3D3C-D026-F4AE9A11A69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9785" y="3230151"/>
            <a:ext cx="5184000" cy="2984912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  <p:sp>
        <p:nvSpPr>
          <p:cNvPr id="8" name="Rubrik 7">
            <a:extLst>
              <a:ext uri="{FF2B5EF4-FFF2-40B4-BE49-F238E27FC236}">
                <a16:creationId xmlns:a16="http://schemas.microsoft.com/office/drawing/2014/main" id="{6B52B502-3D45-08B1-5BF4-FADCDCAAC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790006"/>
            <a:ext cx="10514012" cy="1325563"/>
          </a:xfrm>
        </p:spPr>
        <p:txBody>
          <a:bodyPr/>
          <a:lstStyle/>
          <a:p>
            <a:r>
              <a:rPr lang="sv-SE" dirty="0"/>
              <a:t>Klicka här för att ändra mall för rubrikformat</a:t>
            </a:r>
          </a:p>
        </p:txBody>
      </p:sp>
    </p:spTree>
    <p:extLst>
      <p:ext uri="{BB962C8B-B14F-4D97-AF65-F5344CB8AC3E}">
        <p14:creationId xmlns:p14="http://schemas.microsoft.com/office/powerpoint/2010/main" val="12765630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ycket text, grön, två spalter">
    <p:bg>
      <p:bgPr>
        <a:solidFill>
          <a:srgbClr val="DFEF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tshållare för datum 3">
            <a:extLst>
              <a:ext uri="{FF2B5EF4-FFF2-40B4-BE49-F238E27FC236}">
                <a16:creationId xmlns:a16="http://schemas.microsoft.com/office/drawing/2014/main" id="{E8D30CB8-789E-E4EA-6C90-00D932559B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8E7D24E2-704C-4D37-BA3F-3A87B7C16133}" type="datetimeFigureOut">
              <a:rPr lang="sv-SE" smtClean="0"/>
              <a:pPr/>
              <a:t>2026-06-17</a:t>
            </a:fld>
            <a:endParaRPr lang="sv-SE"/>
          </a:p>
        </p:txBody>
      </p:sp>
      <p:sp>
        <p:nvSpPr>
          <p:cNvPr id="8" name="Platshållare för sidfot 4">
            <a:extLst>
              <a:ext uri="{FF2B5EF4-FFF2-40B4-BE49-F238E27FC236}">
                <a16:creationId xmlns:a16="http://schemas.microsoft.com/office/drawing/2014/main" id="{FDFABFDD-E413-3DD7-BDDB-A8B64EDAC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sv-SE"/>
          </a:p>
        </p:txBody>
      </p:sp>
      <p:sp>
        <p:nvSpPr>
          <p:cNvPr id="9" name="Platshållare för bildnummer 5">
            <a:extLst>
              <a:ext uri="{FF2B5EF4-FFF2-40B4-BE49-F238E27FC236}">
                <a16:creationId xmlns:a16="http://schemas.microsoft.com/office/drawing/2014/main" id="{73AE64A3-1937-C4AA-5206-D625D85D9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8021E2-E97B-4976-AF53-1A9B1E45C5FA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2" name="Platshållare för innehåll 12">
            <a:extLst>
              <a:ext uri="{FF2B5EF4-FFF2-40B4-BE49-F238E27FC236}">
                <a16:creationId xmlns:a16="http://schemas.microsoft.com/office/drawing/2014/main" id="{1D55CA40-7361-81F2-0B05-FECEC4F76930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6168215" y="3230151"/>
            <a:ext cx="5184000" cy="2984912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accent2"/>
                </a:solidFill>
              </a:defRPr>
            </a:lvl1pPr>
            <a:lvl2pPr>
              <a:defRPr sz="2000">
                <a:solidFill>
                  <a:schemeClr val="accent2"/>
                </a:solidFill>
              </a:defRPr>
            </a:lvl2pPr>
            <a:lvl3pPr>
              <a:defRPr sz="1800">
                <a:solidFill>
                  <a:schemeClr val="accent2"/>
                </a:solidFill>
              </a:defRPr>
            </a:lvl3pPr>
            <a:lvl4pPr>
              <a:defRPr sz="1800">
                <a:solidFill>
                  <a:schemeClr val="accent2"/>
                </a:solidFill>
              </a:defRPr>
            </a:lvl4pPr>
            <a:lvl5pPr>
              <a:defRPr sz="1800">
                <a:solidFill>
                  <a:schemeClr val="accent2"/>
                </a:solidFill>
              </a:defRPr>
            </a:lvl5pPr>
          </a:lstStyle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  <p:sp>
        <p:nvSpPr>
          <p:cNvPr id="3" name="Platshållare för innehåll 12">
            <a:extLst>
              <a:ext uri="{FF2B5EF4-FFF2-40B4-BE49-F238E27FC236}">
                <a16:creationId xmlns:a16="http://schemas.microsoft.com/office/drawing/2014/main" id="{DA37BD29-AA8A-C238-3D28-1D743952FD0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9785" y="3230151"/>
            <a:ext cx="5184000" cy="2984912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accent2"/>
                </a:solidFill>
              </a:defRPr>
            </a:lvl1pPr>
            <a:lvl2pPr>
              <a:defRPr sz="2000">
                <a:solidFill>
                  <a:schemeClr val="accent2"/>
                </a:solidFill>
              </a:defRPr>
            </a:lvl2pPr>
            <a:lvl3pPr>
              <a:defRPr sz="1800">
                <a:solidFill>
                  <a:schemeClr val="accent2"/>
                </a:solidFill>
              </a:defRPr>
            </a:lvl3pPr>
            <a:lvl4pPr>
              <a:defRPr sz="1800">
                <a:solidFill>
                  <a:schemeClr val="accent2"/>
                </a:solidFill>
              </a:defRPr>
            </a:lvl4pPr>
            <a:lvl5pPr>
              <a:defRPr sz="1800">
                <a:solidFill>
                  <a:schemeClr val="accent2"/>
                </a:solidFill>
              </a:defRPr>
            </a:lvl5pPr>
          </a:lstStyle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  <p:sp>
        <p:nvSpPr>
          <p:cNvPr id="4" name="Rubrik 7">
            <a:extLst>
              <a:ext uri="{FF2B5EF4-FFF2-40B4-BE49-F238E27FC236}">
                <a16:creationId xmlns:a16="http://schemas.microsoft.com/office/drawing/2014/main" id="{4CD932B0-ED03-661A-D301-7C5A9646C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790006"/>
            <a:ext cx="10514012" cy="1325563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sv-SE" dirty="0"/>
              <a:t>Klicka här för att ändra mall för rubrikformat</a:t>
            </a:r>
          </a:p>
        </p:txBody>
      </p:sp>
    </p:spTree>
    <p:extLst>
      <p:ext uri="{BB962C8B-B14F-4D97-AF65-F5344CB8AC3E}">
        <p14:creationId xmlns:p14="http://schemas.microsoft.com/office/powerpoint/2010/main" val="20439491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ch bild beige mönster">
    <p:bg>
      <p:bgPr>
        <a:solidFill>
          <a:srgbClr val="F7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objekt 7">
            <a:extLst>
              <a:ext uri="{FF2B5EF4-FFF2-40B4-BE49-F238E27FC236}">
                <a16:creationId xmlns:a16="http://schemas.microsoft.com/office/drawing/2014/main" id="{01ABBC49-21E0-373F-A6B4-8185757CE9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222" y="0"/>
            <a:ext cx="6097300" cy="6858000"/>
          </a:xfrm>
          <a:prstGeom prst="rect">
            <a:avLst/>
          </a:prstGeom>
        </p:spPr>
      </p:pic>
      <p:sp>
        <p:nvSpPr>
          <p:cNvPr id="14" name="Platshållare för bild 13">
            <a:extLst>
              <a:ext uri="{FF2B5EF4-FFF2-40B4-BE49-F238E27FC236}">
                <a16:creationId xmlns:a16="http://schemas.microsoft.com/office/drawing/2014/main" id="{8F44279F-F020-30BA-8603-D33C2549D7E7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514409" y="376890"/>
            <a:ext cx="5327072" cy="6104217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</a:lstStyle>
          <a:p>
            <a:r>
              <a:rPr lang="sv-SE"/>
              <a:t>Klicka här för att infoga en bild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D5A6E465-C25D-A7A3-7EF2-615E62A92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D24E2-704C-4D37-BA3F-3A87B7C16133}" type="datetimeFigureOut">
              <a:rPr lang="sv-SE" smtClean="0"/>
              <a:t>2026-06-17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45DC0A25-9534-A193-D576-70049C634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D8DE994E-6983-C5FA-24CC-9E1F3B1D3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021E2-E97B-4976-AF53-1A9B1E45C5FA}" type="slidenum">
              <a:rPr lang="sv-SE" smtClean="0"/>
              <a:t>‹#›</a:t>
            </a:fld>
            <a:endParaRPr lang="sv-SE"/>
          </a:p>
        </p:txBody>
      </p:sp>
      <p:sp>
        <p:nvSpPr>
          <p:cNvPr id="9" name="Platshållare för innehåll 14">
            <a:extLst>
              <a:ext uri="{FF2B5EF4-FFF2-40B4-BE49-F238E27FC236}">
                <a16:creationId xmlns:a16="http://schemas.microsoft.com/office/drawing/2014/main" id="{5AB5A336-49E3-5A5E-B253-A00D68398518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39788" y="3187286"/>
            <a:ext cx="5021080" cy="3032539"/>
          </a:xfrm>
        </p:spPr>
        <p:txBody>
          <a:bodyPr>
            <a:noAutofit/>
          </a:bodyPr>
          <a:lstStyle>
            <a:lvl1pPr marL="342900" indent="-342900"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</a:lstStyle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  <p:sp>
        <p:nvSpPr>
          <p:cNvPr id="10" name="Rubrik 6">
            <a:extLst>
              <a:ext uri="{FF2B5EF4-FFF2-40B4-BE49-F238E27FC236}">
                <a16:creationId xmlns:a16="http://schemas.microsoft.com/office/drawing/2014/main" id="{E9AED1AD-122E-BA4C-BA6E-4B058C483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790006"/>
            <a:ext cx="5021080" cy="132556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sv-SE" dirty="0"/>
              <a:t>Klicka här för att ändra mall</a:t>
            </a:r>
          </a:p>
        </p:txBody>
      </p:sp>
    </p:spTree>
    <p:extLst>
      <p:ext uri="{BB962C8B-B14F-4D97-AF65-F5344CB8AC3E}">
        <p14:creationId xmlns:p14="http://schemas.microsoft.com/office/powerpoint/2010/main" val="16134407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ch bild rosa mönster">
    <p:bg>
      <p:bgPr>
        <a:solidFill>
          <a:srgbClr val="FFEB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D5A6E465-C25D-A7A3-7EF2-615E62A92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7D24E2-704C-4D37-BA3F-3A87B7C16133}" type="datetimeFigureOut">
              <a:rPr lang="sv-SE" smtClean="0"/>
              <a:pPr/>
              <a:t>2026-06-17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45DC0A25-9534-A193-D576-70049C634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D8DE994E-6983-C5FA-24CC-9E1F3B1D3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88021E2-E97B-4976-AF53-1A9B1E45C5FA}" type="slidenum">
              <a:rPr lang="sv-SE" smtClean="0"/>
              <a:pPr/>
              <a:t>‹#›</a:t>
            </a:fld>
            <a:endParaRPr lang="sv-SE"/>
          </a:p>
        </p:txBody>
      </p:sp>
      <p:pic>
        <p:nvPicPr>
          <p:cNvPr id="2" name="Bildobjekt 1">
            <a:extLst>
              <a:ext uri="{FF2B5EF4-FFF2-40B4-BE49-F238E27FC236}">
                <a16:creationId xmlns:a16="http://schemas.microsoft.com/office/drawing/2014/main" id="{D79BEFC1-A4F1-8794-D2F0-642A697EDB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6094700" y="0"/>
            <a:ext cx="6097300" cy="6858000"/>
          </a:xfrm>
          <a:prstGeom prst="rect">
            <a:avLst/>
          </a:prstGeom>
        </p:spPr>
      </p:pic>
      <p:sp>
        <p:nvSpPr>
          <p:cNvPr id="8" name="Platshållare för bild 13">
            <a:extLst>
              <a:ext uri="{FF2B5EF4-FFF2-40B4-BE49-F238E27FC236}">
                <a16:creationId xmlns:a16="http://schemas.microsoft.com/office/drawing/2014/main" id="{9EE42E22-25F5-D9D9-42ED-7A3D546B9115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514409" y="376890"/>
            <a:ext cx="5327072" cy="6104217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tx2"/>
                </a:solidFill>
              </a:defRPr>
            </a:lvl1pPr>
          </a:lstStyle>
          <a:p>
            <a:r>
              <a:rPr lang="sv-SE"/>
              <a:t>Klicka här för att infoga en bild</a:t>
            </a:r>
          </a:p>
        </p:txBody>
      </p:sp>
      <p:sp>
        <p:nvSpPr>
          <p:cNvPr id="7" name="Platshållare för innehåll 14">
            <a:extLst>
              <a:ext uri="{FF2B5EF4-FFF2-40B4-BE49-F238E27FC236}">
                <a16:creationId xmlns:a16="http://schemas.microsoft.com/office/drawing/2014/main" id="{6D53D13E-CDF2-BA22-627F-C4B01AD8EA0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39788" y="3187286"/>
            <a:ext cx="5021080" cy="3032539"/>
          </a:xfrm>
        </p:spPr>
        <p:txBody>
          <a:bodyPr>
            <a:noAutofit/>
          </a:bodyPr>
          <a:lstStyle>
            <a:lvl1pPr marL="342900" indent="-342900">
              <a:buFont typeface="Arial" panose="020B0604020202020204" pitchFamily="34" charset="0"/>
              <a:buChar char="•"/>
              <a:defRPr sz="2400">
                <a:solidFill>
                  <a:schemeClr val="tx2"/>
                </a:solidFill>
              </a:defRPr>
            </a:lvl1pPr>
            <a:lvl2pPr>
              <a:defRPr sz="2000">
                <a:solidFill>
                  <a:schemeClr val="tx2"/>
                </a:solidFill>
              </a:defRPr>
            </a:lvl2pPr>
            <a:lvl3pPr>
              <a:defRPr sz="1800">
                <a:solidFill>
                  <a:schemeClr val="tx2"/>
                </a:solidFill>
              </a:defRPr>
            </a:lvl3pPr>
            <a:lvl4pPr>
              <a:defRPr sz="1800">
                <a:solidFill>
                  <a:schemeClr val="tx2"/>
                </a:solidFill>
              </a:defRPr>
            </a:lvl4pPr>
            <a:lvl5pPr>
              <a:defRPr sz="1800">
                <a:solidFill>
                  <a:schemeClr val="tx2"/>
                </a:solidFill>
              </a:defRPr>
            </a:lvl5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</a:lstStyle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  <p:sp>
        <p:nvSpPr>
          <p:cNvPr id="10" name="Rubrik 6">
            <a:extLst>
              <a:ext uri="{FF2B5EF4-FFF2-40B4-BE49-F238E27FC236}">
                <a16:creationId xmlns:a16="http://schemas.microsoft.com/office/drawing/2014/main" id="{853FF7B9-93C1-5573-EA8E-62B7671E1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790006"/>
            <a:ext cx="5021080" cy="1325563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sv-SE" dirty="0"/>
              <a:t>Klicka här för att ändra mall</a:t>
            </a:r>
          </a:p>
        </p:txBody>
      </p:sp>
    </p:spTree>
    <p:extLst>
      <p:ext uri="{BB962C8B-B14F-4D97-AF65-F5344CB8AC3E}">
        <p14:creationId xmlns:p14="http://schemas.microsoft.com/office/powerpoint/2010/main" val="16290613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ch bild grön mönster">
    <p:bg>
      <p:bgPr>
        <a:solidFill>
          <a:srgbClr val="DFEF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D5A6E465-C25D-A7A3-7EF2-615E62A92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8E7D24E2-704C-4D37-BA3F-3A87B7C16133}" type="datetimeFigureOut">
              <a:rPr lang="sv-SE" smtClean="0"/>
              <a:pPr/>
              <a:t>2026-06-17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45DC0A25-9534-A193-D576-70049C634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sv-SE"/>
          </a:p>
        </p:txBody>
      </p:sp>
      <p:pic>
        <p:nvPicPr>
          <p:cNvPr id="2" name="Bildobjekt 1">
            <a:extLst>
              <a:ext uri="{FF2B5EF4-FFF2-40B4-BE49-F238E27FC236}">
                <a16:creationId xmlns:a16="http://schemas.microsoft.com/office/drawing/2014/main" id="{6C666CE9-23DE-0F51-98C1-9B6E6B1B24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0"/>
            <a:ext cx="6165668" cy="6934898"/>
          </a:xfrm>
          <a:prstGeom prst="rect">
            <a:avLst/>
          </a:prstGeom>
        </p:spPr>
      </p:pic>
      <p:sp>
        <p:nvSpPr>
          <p:cNvPr id="3" name="Platshållare för bild 13">
            <a:extLst>
              <a:ext uri="{FF2B5EF4-FFF2-40B4-BE49-F238E27FC236}">
                <a16:creationId xmlns:a16="http://schemas.microsoft.com/office/drawing/2014/main" id="{4B53E081-AC3C-1E55-D486-0AAC4E53764A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514409" y="376890"/>
            <a:ext cx="5327072" cy="6104217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accent2"/>
                </a:solidFill>
              </a:defRPr>
            </a:lvl1pPr>
          </a:lstStyle>
          <a:p>
            <a:r>
              <a:rPr lang="sv-SE"/>
              <a:t>Klicka här för att infoga en bild</a:t>
            </a:r>
          </a:p>
        </p:txBody>
      </p:sp>
      <p:sp>
        <p:nvSpPr>
          <p:cNvPr id="9" name="Platshållare för innehåll 14">
            <a:extLst>
              <a:ext uri="{FF2B5EF4-FFF2-40B4-BE49-F238E27FC236}">
                <a16:creationId xmlns:a16="http://schemas.microsoft.com/office/drawing/2014/main" id="{CF2C3A21-0C31-2CE0-AB30-297C8B6FF70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39788" y="3187286"/>
            <a:ext cx="5021080" cy="3032539"/>
          </a:xfrm>
        </p:spPr>
        <p:txBody>
          <a:bodyPr>
            <a:noAutofit/>
          </a:bodyPr>
          <a:lstStyle>
            <a:lvl1pPr marL="342900" indent="-342900">
              <a:buFont typeface="Arial" panose="020B0604020202020204" pitchFamily="34" charset="0"/>
              <a:buChar char="•"/>
              <a:defRPr sz="2400">
                <a:solidFill>
                  <a:schemeClr val="accent2"/>
                </a:solidFill>
              </a:defRPr>
            </a:lvl1pPr>
            <a:lvl2pPr>
              <a:defRPr sz="2000">
                <a:solidFill>
                  <a:schemeClr val="accent2"/>
                </a:solidFill>
              </a:defRPr>
            </a:lvl2pPr>
            <a:lvl3pPr>
              <a:defRPr sz="1800">
                <a:solidFill>
                  <a:schemeClr val="accent2"/>
                </a:solidFill>
              </a:defRPr>
            </a:lvl3pPr>
            <a:lvl4pPr>
              <a:defRPr sz="1800">
                <a:solidFill>
                  <a:schemeClr val="accent2"/>
                </a:solidFill>
              </a:defRPr>
            </a:lvl4pPr>
            <a:lvl5pPr>
              <a:defRPr sz="1800">
                <a:solidFill>
                  <a:schemeClr val="accent2"/>
                </a:solidFill>
              </a:defRPr>
            </a:lvl5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</a:lstStyle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  <p:sp>
        <p:nvSpPr>
          <p:cNvPr id="10" name="Rubrik 6">
            <a:extLst>
              <a:ext uri="{FF2B5EF4-FFF2-40B4-BE49-F238E27FC236}">
                <a16:creationId xmlns:a16="http://schemas.microsoft.com/office/drawing/2014/main" id="{4AD24534-B501-DA9D-78EE-64CC53C2A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790006"/>
            <a:ext cx="5021080" cy="1325563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sv-SE" dirty="0"/>
              <a:t>Klicka här för att ändra mall</a:t>
            </a:r>
          </a:p>
        </p:txBody>
      </p:sp>
    </p:spTree>
    <p:extLst>
      <p:ext uri="{BB962C8B-B14F-4D97-AF65-F5344CB8AC3E}">
        <p14:creationId xmlns:p14="http://schemas.microsoft.com/office/powerpoint/2010/main" val="29744123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ch bild, beige med block">
    <p:bg>
      <p:bgPr>
        <a:solidFill>
          <a:srgbClr val="F7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7DE2381B-5024-3724-793D-74461D308E72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D5A6E465-C25D-A7A3-7EF2-615E62A92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D24E2-704C-4D37-BA3F-3A87B7C16133}" type="datetimeFigureOut">
              <a:rPr lang="sv-SE" smtClean="0"/>
              <a:t>2026-06-17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45DC0A25-9534-A193-D576-70049C634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D8DE994E-6983-C5FA-24CC-9E1F3B1D3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021E2-E97B-4976-AF53-1A9B1E45C5FA}" type="slidenum">
              <a:rPr lang="sv-SE" smtClean="0"/>
              <a:t>‹#›</a:t>
            </a:fld>
            <a:endParaRPr lang="sv-SE"/>
          </a:p>
        </p:txBody>
      </p:sp>
      <p:sp>
        <p:nvSpPr>
          <p:cNvPr id="7" name="Platshållare för bild 13">
            <a:extLst>
              <a:ext uri="{FF2B5EF4-FFF2-40B4-BE49-F238E27FC236}">
                <a16:creationId xmlns:a16="http://schemas.microsoft.com/office/drawing/2014/main" id="{9F53C0D1-C45A-62E3-17F9-B2B696666C43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514409" y="376890"/>
            <a:ext cx="5327072" cy="6104217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</a:lstStyle>
          <a:p>
            <a:r>
              <a:rPr lang="sv-SE"/>
              <a:t>Klicka här för att infoga en bild</a:t>
            </a:r>
          </a:p>
        </p:txBody>
      </p:sp>
      <p:sp>
        <p:nvSpPr>
          <p:cNvPr id="3" name="Platshållare för innehåll 14">
            <a:extLst>
              <a:ext uri="{FF2B5EF4-FFF2-40B4-BE49-F238E27FC236}">
                <a16:creationId xmlns:a16="http://schemas.microsoft.com/office/drawing/2014/main" id="{BE6FB065-31B2-72C7-FD42-179975ECED1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39788" y="3187286"/>
            <a:ext cx="5021080" cy="3032539"/>
          </a:xfrm>
        </p:spPr>
        <p:txBody>
          <a:bodyPr>
            <a:noAutofit/>
          </a:bodyPr>
          <a:lstStyle>
            <a:lvl1pPr marL="342900" indent="-342900"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</a:lstStyle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  <p:sp>
        <p:nvSpPr>
          <p:cNvPr id="9" name="Rubrik 6">
            <a:extLst>
              <a:ext uri="{FF2B5EF4-FFF2-40B4-BE49-F238E27FC236}">
                <a16:creationId xmlns:a16="http://schemas.microsoft.com/office/drawing/2014/main" id="{2350886F-6A51-C74E-4826-D1473D397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790006"/>
            <a:ext cx="5021080" cy="132556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sv-SE" dirty="0"/>
              <a:t>Klicka här för att ändra mall</a:t>
            </a:r>
          </a:p>
        </p:txBody>
      </p:sp>
    </p:spTree>
    <p:extLst>
      <p:ext uri="{BB962C8B-B14F-4D97-AF65-F5344CB8AC3E}">
        <p14:creationId xmlns:p14="http://schemas.microsoft.com/office/powerpoint/2010/main" val="1888506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ch bild, rosa med block">
    <p:bg>
      <p:bgPr>
        <a:solidFill>
          <a:srgbClr val="FFEB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>
            <a:extLst>
              <a:ext uri="{FF2B5EF4-FFF2-40B4-BE49-F238E27FC236}">
                <a16:creationId xmlns:a16="http://schemas.microsoft.com/office/drawing/2014/main" id="{C0D30CE9-F40A-F409-89EA-E427F48F6D08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sz="1800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D5A6E465-C25D-A7A3-7EF2-615E62A92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7D24E2-704C-4D37-BA3F-3A87B7C16133}" type="datetimeFigureOut">
              <a:rPr lang="sv-SE" smtClean="0"/>
              <a:pPr/>
              <a:t>2026-06-17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45DC0A25-9534-A193-D576-70049C634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D8DE994E-6983-C5FA-24CC-9E1F3B1D3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88021E2-E97B-4976-AF53-1A9B1E45C5FA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2" name="Platshållare för bild 13">
            <a:extLst>
              <a:ext uri="{FF2B5EF4-FFF2-40B4-BE49-F238E27FC236}">
                <a16:creationId xmlns:a16="http://schemas.microsoft.com/office/drawing/2014/main" id="{1B76F709-7D82-50D5-2A84-0A4761CFDFBE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514409" y="376890"/>
            <a:ext cx="5327072" cy="6104217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sv-SE" dirty="0"/>
              <a:t>Klicka här för att infoga en bild</a:t>
            </a:r>
          </a:p>
        </p:txBody>
      </p:sp>
      <p:sp>
        <p:nvSpPr>
          <p:cNvPr id="3" name="Platshållare för innehåll 14">
            <a:extLst>
              <a:ext uri="{FF2B5EF4-FFF2-40B4-BE49-F238E27FC236}">
                <a16:creationId xmlns:a16="http://schemas.microsoft.com/office/drawing/2014/main" id="{5174299B-059D-7934-70C4-E0E15E7567A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39788" y="3187286"/>
            <a:ext cx="5021080" cy="3032539"/>
          </a:xfrm>
        </p:spPr>
        <p:txBody>
          <a:bodyPr>
            <a:noAutofit/>
          </a:bodyPr>
          <a:lstStyle>
            <a:lvl1pPr marL="342900" indent="-342900">
              <a:buFont typeface="Arial" panose="020B0604020202020204" pitchFamily="34" charset="0"/>
              <a:buChar char="•"/>
              <a:defRPr sz="2400">
                <a:solidFill>
                  <a:schemeClr val="tx2"/>
                </a:solidFill>
              </a:defRPr>
            </a:lvl1pPr>
            <a:lvl2pPr>
              <a:defRPr sz="2000">
                <a:solidFill>
                  <a:schemeClr val="tx2"/>
                </a:solidFill>
              </a:defRPr>
            </a:lvl2pPr>
            <a:lvl3pPr>
              <a:defRPr sz="1800">
                <a:solidFill>
                  <a:schemeClr val="tx2"/>
                </a:solidFill>
              </a:defRPr>
            </a:lvl3pPr>
            <a:lvl4pPr>
              <a:defRPr sz="1800">
                <a:solidFill>
                  <a:schemeClr val="tx2"/>
                </a:solidFill>
              </a:defRPr>
            </a:lvl4pPr>
            <a:lvl5pPr>
              <a:defRPr sz="1800">
                <a:solidFill>
                  <a:schemeClr val="tx2"/>
                </a:solidFill>
              </a:defRPr>
            </a:lvl5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</a:lstStyle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  <p:sp>
        <p:nvSpPr>
          <p:cNvPr id="7" name="Rubrik 6">
            <a:extLst>
              <a:ext uri="{FF2B5EF4-FFF2-40B4-BE49-F238E27FC236}">
                <a16:creationId xmlns:a16="http://schemas.microsoft.com/office/drawing/2014/main" id="{A5DA7BF3-0E5C-3F18-CA6B-EE973B370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790006"/>
            <a:ext cx="5021080" cy="1325563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sv-SE" dirty="0"/>
              <a:t>Klicka här för att ändra mall</a:t>
            </a:r>
          </a:p>
        </p:txBody>
      </p:sp>
    </p:spTree>
    <p:extLst>
      <p:ext uri="{BB962C8B-B14F-4D97-AF65-F5344CB8AC3E}">
        <p14:creationId xmlns:p14="http://schemas.microsoft.com/office/powerpoint/2010/main" val="22744238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och bild, grön med block">
    <p:bg>
      <p:bgPr>
        <a:solidFill>
          <a:srgbClr val="DFEF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ktangel 2">
            <a:extLst>
              <a:ext uri="{FF2B5EF4-FFF2-40B4-BE49-F238E27FC236}">
                <a16:creationId xmlns:a16="http://schemas.microsoft.com/office/drawing/2014/main" id="{19BB7F16-8543-A273-09E5-EEBA0BE1CB4F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>
              <a:solidFill>
                <a:schemeClr val="accent6"/>
              </a:solidFill>
            </a:endParaRPr>
          </a:p>
        </p:txBody>
      </p:sp>
      <p:sp>
        <p:nvSpPr>
          <p:cNvPr id="10" name="Platshållare för datum 3">
            <a:extLst>
              <a:ext uri="{FF2B5EF4-FFF2-40B4-BE49-F238E27FC236}">
                <a16:creationId xmlns:a16="http://schemas.microsoft.com/office/drawing/2014/main" id="{86C6D0B1-B70E-9449-14BF-231EE28AF4B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8E7D24E2-704C-4D37-BA3F-3A87B7C16133}" type="datetimeFigureOut">
              <a:rPr lang="sv-SE" smtClean="0"/>
              <a:pPr/>
              <a:t>2026-06-17</a:t>
            </a:fld>
            <a:endParaRPr lang="sv-SE"/>
          </a:p>
        </p:txBody>
      </p:sp>
      <p:sp>
        <p:nvSpPr>
          <p:cNvPr id="11" name="Platshållare för sidfot 4">
            <a:extLst>
              <a:ext uri="{FF2B5EF4-FFF2-40B4-BE49-F238E27FC236}">
                <a16:creationId xmlns:a16="http://schemas.microsoft.com/office/drawing/2014/main" id="{613A9DEE-9566-F10D-8300-CBD08A0D5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sv-SE"/>
          </a:p>
        </p:txBody>
      </p:sp>
      <p:sp>
        <p:nvSpPr>
          <p:cNvPr id="12" name="Platshållare för bild 13">
            <a:extLst>
              <a:ext uri="{FF2B5EF4-FFF2-40B4-BE49-F238E27FC236}">
                <a16:creationId xmlns:a16="http://schemas.microsoft.com/office/drawing/2014/main" id="{2328BDCC-40CC-9841-F7CB-DD261C37DC7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514409" y="376890"/>
            <a:ext cx="5327072" cy="6104217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accent2"/>
                </a:solidFill>
              </a:defRPr>
            </a:lvl1pPr>
          </a:lstStyle>
          <a:p>
            <a:r>
              <a:rPr lang="sv-SE"/>
              <a:t>Klicka här för att infoga en bild</a:t>
            </a:r>
          </a:p>
        </p:txBody>
      </p:sp>
      <p:sp>
        <p:nvSpPr>
          <p:cNvPr id="2" name="Platshållare för innehåll 14">
            <a:extLst>
              <a:ext uri="{FF2B5EF4-FFF2-40B4-BE49-F238E27FC236}">
                <a16:creationId xmlns:a16="http://schemas.microsoft.com/office/drawing/2014/main" id="{F30A7B16-302B-ADF4-BE30-7549E4327FD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39788" y="3187286"/>
            <a:ext cx="5021080" cy="3032539"/>
          </a:xfrm>
        </p:spPr>
        <p:txBody>
          <a:bodyPr>
            <a:noAutofit/>
          </a:bodyPr>
          <a:lstStyle>
            <a:lvl1pPr marL="342900" indent="-342900">
              <a:buFont typeface="Arial" panose="020B0604020202020204" pitchFamily="34" charset="0"/>
              <a:buChar char="•"/>
              <a:defRPr sz="2400">
                <a:solidFill>
                  <a:schemeClr val="accent2"/>
                </a:solidFill>
              </a:defRPr>
            </a:lvl1pPr>
            <a:lvl2pPr>
              <a:defRPr sz="2000">
                <a:solidFill>
                  <a:schemeClr val="accent2"/>
                </a:solidFill>
              </a:defRPr>
            </a:lvl2pPr>
            <a:lvl3pPr>
              <a:defRPr sz="1800">
                <a:solidFill>
                  <a:schemeClr val="accent2"/>
                </a:solidFill>
              </a:defRPr>
            </a:lvl3pPr>
            <a:lvl4pPr>
              <a:defRPr sz="1800">
                <a:solidFill>
                  <a:schemeClr val="accent2"/>
                </a:solidFill>
              </a:defRPr>
            </a:lvl4pPr>
            <a:lvl5pPr>
              <a:defRPr sz="1800">
                <a:solidFill>
                  <a:schemeClr val="accent2"/>
                </a:solidFill>
              </a:defRPr>
            </a:lvl5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</a:lstStyle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  <p:sp>
        <p:nvSpPr>
          <p:cNvPr id="4" name="Rubrik 6">
            <a:extLst>
              <a:ext uri="{FF2B5EF4-FFF2-40B4-BE49-F238E27FC236}">
                <a16:creationId xmlns:a16="http://schemas.microsoft.com/office/drawing/2014/main" id="{4BF48EC8-622D-428E-2E64-52230F8E7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790006"/>
            <a:ext cx="5021080" cy="1325563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sv-SE" dirty="0"/>
              <a:t>Klicka här för att ändra mall</a:t>
            </a:r>
          </a:p>
        </p:txBody>
      </p:sp>
    </p:spTree>
    <p:extLst>
      <p:ext uri="{BB962C8B-B14F-4D97-AF65-F5344CB8AC3E}">
        <p14:creationId xmlns:p14="http://schemas.microsoft.com/office/powerpoint/2010/main" val="23745669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och bild, beige">
    <p:bg>
      <p:bgPr>
        <a:solidFill>
          <a:srgbClr val="F7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3">
            <a:extLst>
              <a:ext uri="{FF2B5EF4-FFF2-40B4-BE49-F238E27FC236}">
                <a16:creationId xmlns:a16="http://schemas.microsoft.com/office/drawing/2014/main" id="{6E95EEFA-C4DE-898A-8955-128E0E03CF3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E7D24E2-704C-4D37-BA3F-3A87B7C16133}" type="datetimeFigureOut">
              <a:rPr lang="sv-SE" smtClean="0"/>
              <a:t>2026-06-17</a:t>
            </a:fld>
            <a:endParaRPr lang="sv-SE"/>
          </a:p>
        </p:txBody>
      </p:sp>
      <p:sp>
        <p:nvSpPr>
          <p:cNvPr id="3" name="Platshållare för sidfot 4">
            <a:extLst>
              <a:ext uri="{FF2B5EF4-FFF2-40B4-BE49-F238E27FC236}">
                <a16:creationId xmlns:a16="http://schemas.microsoft.com/office/drawing/2014/main" id="{1AC4C891-A44B-7014-6012-BB5A65CB3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sv-SE"/>
          </a:p>
        </p:txBody>
      </p:sp>
      <p:sp>
        <p:nvSpPr>
          <p:cNvPr id="7" name="Platshållare för bildnummer 5">
            <a:extLst>
              <a:ext uri="{FF2B5EF4-FFF2-40B4-BE49-F238E27FC236}">
                <a16:creationId xmlns:a16="http://schemas.microsoft.com/office/drawing/2014/main" id="{E1ABAC55-46F4-53CD-B8D4-0CE4E0E46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88021E2-E97B-4976-AF53-1A9B1E45C5FA}" type="slidenum">
              <a:rPr lang="sv-SE" smtClean="0"/>
              <a:t>‹#›</a:t>
            </a:fld>
            <a:endParaRPr lang="sv-SE"/>
          </a:p>
        </p:txBody>
      </p:sp>
      <p:sp>
        <p:nvSpPr>
          <p:cNvPr id="13" name="Platshållare för bild 13">
            <a:extLst>
              <a:ext uri="{FF2B5EF4-FFF2-40B4-BE49-F238E27FC236}">
                <a16:creationId xmlns:a16="http://schemas.microsoft.com/office/drawing/2014/main" id="{912A2B5C-FE94-AFC1-3C99-CF408AB3C91B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096000" y="0"/>
            <a:ext cx="6096000" cy="6858000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</a:lstStyle>
          <a:p>
            <a:r>
              <a:rPr lang="sv-SE"/>
              <a:t>Klicka här för att infoga en bild</a:t>
            </a:r>
          </a:p>
        </p:txBody>
      </p:sp>
      <p:sp>
        <p:nvSpPr>
          <p:cNvPr id="4" name="Platshållare för innehåll 14">
            <a:extLst>
              <a:ext uri="{FF2B5EF4-FFF2-40B4-BE49-F238E27FC236}">
                <a16:creationId xmlns:a16="http://schemas.microsoft.com/office/drawing/2014/main" id="{CB060EDB-A19A-E734-1547-F5F5984A06E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39788" y="3187286"/>
            <a:ext cx="5021080" cy="3032539"/>
          </a:xfrm>
        </p:spPr>
        <p:txBody>
          <a:bodyPr>
            <a:noAutofit/>
          </a:bodyPr>
          <a:lstStyle>
            <a:lvl1pPr marL="342900" indent="-342900"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</a:lstStyle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  <p:sp>
        <p:nvSpPr>
          <p:cNvPr id="5" name="Rubrik 6">
            <a:extLst>
              <a:ext uri="{FF2B5EF4-FFF2-40B4-BE49-F238E27FC236}">
                <a16:creationId xmlns:a16="http://schemas.microsoft.com/office/drawing/2014/main" id="{C6181E9E-0799-FDA0-EA20-ED7128B07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790006"/>
            <a:ext cx="5021080" cy="132556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sv-SE" dirty="0"/>
              <a:t>Klicka här för att ändra mall</a:t>
            </a:r>
          </a:p>
        </p:txBody>
      </p:sp>
    </p:spTree>
    <p:extLst>
      <p:ext uri="{BB962C8B-B14F-4D97-AF65-F5344CB8AC3E}">
        <p14:creationId xmlns:p14="http://schemas.microsoft.com/office/powerpoint/2010/main" val="3737874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och bild, rosa">
    <p:bg>
      <p:bgPr>
        <a:solidFill>
          <a:srgbClr val="FFEB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datum 3">
            <a:extLst>
              <a:ext uri="{FF2B5EF4-FFF2-40B4-BE49-F238E27FC236}">
                <a16:creationId xmlns:a16="http://schemas.microsoft.com/office/drawing/2014/main" id="{A7961AE8-1194-CADD-E3CC-2F9071B850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7D24E2-704C-4D37-BA3F-3A87B7C16133}" type="datetimeFigureOut">
              <a:rPr lang="sv-SE" smtClean="0"/>
              <a:pPr/>
              <a:t>2026-06-17</a:t>
            </a:fld>
            <a:endParaRPr lang="sv-SE"/>
          </a:p>
        </p:txBody>
      </p:sp>
      <p:sp>
        <p:nvSpPr>
          <p:cNvPr id="7" name="Platshållare för sidfot 4">
            <a:extLst>
              <a:ext uri="{FF2B5EF4-FFF2-40B4-BE49-F238E27FC236}">
                <a16:creationId xmlns:a16="http://schemas.microsoft.com/office/drawing/2014/main" id="{DE94F43E-6929-15B5-99AE-80B1A43B5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sv-SE"/>
          </a:p>
        </p:txBody>
      </p:sp>
      <p:sp>
        <p:nvSpPr>
          <p:cNvPr id="8" name="Platshållare för bildnummer 5">
            <a:extLst>
              <a:ext uri="{FF2B5EF4-FFF2-40B4-BE49-F238E27FC236}">
                <a16:creationId xmlns:a16="http://schemas.microsoft.com/office/drawing/2014/main" id="{96A79054-E7C8-4DD6-5F6F-D60AE052A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88021E2-E97B-4976-AF53-1A9B1E45C5FA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12" name="Platshållare för bild 13">
            <a:extLst>
              <a:ext uri="{FF2B5EF4-FFF2-40B4-BE49-F238E27FC236}">
                <a16:creationId xmlns:a16="http://schemas.microsoft.com/office/drawing/2014/main" id="{31ACA0B6-56B0-4AF1-9F9B-A5044AF7FDEB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096000" y="0"/>
            <a:ext cx="6096000" cy="6858000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tx2"/>
                </a:solidFill>
              </a:defRPr>
            </a:lvl1pPr>
          </a:lstStyle>
          <a:p>
            <a:r>
              <a:rPr lang="sv-SE"/>
              <a:t>Klicka här för att infoga en bild</a:t>
            </a:r>
          </a:p>
        </p:txBody>
      </p:sp>
      <p:sp>
        <p:nvSpPr>
          <p:cNvPr id="2" name="Platshållare för innehåll 14">
            <a:extLst>
              <a:ext uri="{FF2B5EF4-FFF2-40B4-BE49-F238E27FC236}">
                <a16:creationId xmlns:a16="http://schemas.microsoft.com/office/drawing/2014/main" id="{98E870A5-E828-2F77-099B-7ED2B243AC2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39788" y="3187286"/>
            <a:ext cx="5021080" cy="3032539"/>
          </a:xfrm>
        </p:spPr>
        <p:txBody>
          <a:bodyPr>
            <a:noAutofit/>
          </a:bodyPr>
          <a:lstStyle>
            <a:lvl1pPr marL="342900" indent="-342900">
              <a:buFont typeface="Arial" panose="020B0604020202020204" pitchFamily="34" charset="0"/>
              <a:buChar char="•"/>
              <a:defRPr sz="2400">
                <a:solidFill>
                  <a:schemeClr val="tx2"/>
                </a:solidFill>
              </a:defRPr>
            </a:lvl1pPr>
            <a:lvl2pPr>
              <a:defRPr sz="2000">
                <a:solidFill>
                  <a:schemeClr val="tx2"/>
                </a:solidFill>
              </a:defRPr>
            </a:lvl2pPr>
            <a:lvl3pPr>
              <a:defRPr sz="1800">
                <a:solidFill>
                  <a:schemeClr val="tx2"/>
                </a:solidFill>
              </a:defRPr>
            </a:lvl3pPr>
            <a:lvl4pPr>
              <a:defRPr sz="1800">
                <a:solidFill>
                  <a:schemeClr val="tx2"/>
                </a:solidFill>
              </a:defRPr>
            </a:lvl4pPr>
            <a:lvl5pPr>
              <a:defRPr sz="1800">
                <a:solidFill>
                  <a:schemeClr val="tx2"/>
                </a:solidFill>
              </a:defRPr>
            </a:lvl5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</a:lstStyle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  <p:sp>
        <p:nvSpPr>
          <p:cNvPr id="4" name="Rubrik 6">
            <a:extLst>
              <a:ext uri="{FF2B5EF4-FFF2-40B4-BE49-F238E27FC236}">
                <a16:creationId xmlns:a16="http://schemas.microsoft.com/office/drawing/2014/main" id="{AE47CF41-EDC6-033F-C77E-3B01E1F97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790006"/>
            <a:ext cx="5021080" cy="1325563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sv-SE" dirty="0"/>
              <a:t>Klicka här för att ändra mall</a:t>
            </a:r>
          </a:p>
        </p:txBody>
      </p:sp>
    </p:spTree>
    <p:extLst>
      <p:ext uri="{BB962C8B-B14F-4D97-AF65-F5344CB8AC3E}">
        <p14:creationId xmlns:p14="http://schemas.microsoft.com/office/powerpoint/2010/main" val="209723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och bild, grön">
    <p:bg>
      <p:bgPr>
        <a:solidFill>
          <a:srgbClr val="DFEF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datum 3">
            <a:extLst>
              <a:ext uri="{FF2B5EF4-FFF2-40B4-BE49-F238E27FC236}">
                <a16:creationId xmlns:a16="http://schemas.microsoft.com/office/drawing/2014/main" id="{5132DA52-17F5-737C-098A-2A0B9B860C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8E7D24E2-704C-4D37-BA3F-3A87B7C16133}" type="datetimeFigureOut">
              <a:rPr lang="sv-SE" smtClean="0"/>
              <a:pPr/>
              <a:t>2026-06-17</a:t>
            </a:fld>
            <a:endParaRPr lang="sv-SE"/>
          </a:p>
        </p:txBody>
      </p:sp>
      <p:sp>
        <p:nvSpPr>
          <p:cNvPr id="8" name="Platshållare för sidfot 4">
            <a:extLst>
              <a:ext uri="{FF2B5EF4-FFF2-40B4-BE49-F238E27FC236}">
                <a16:creationId xmlns:a16="http://schemas.microsoft.com/office/drawing/2014/main" id="{5D8C1904-BB09-D7A1-D1E5-5BFD7494D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sv-SE"/>
          </a:p>
        </p:txBody>
      </p:sp>
      <p:sp>
        <p:nvSpPr>
          <p:cNvPr id="10" name="Platshållare för bild 13">
            <a:extLst>
              <a:ext uri="{FF2B5EF4-FFF2-40B4-BE49-F238E27FC236}">
                <a16:creationId xmlns:a16="http://schemas.microsoft.com/office/drawing/2014/main" id="{DC43D41B-A749-1B37-91F8-11F871FA02EB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096000" y="0"/>
            <a:ext cx="6096000" cy="6858000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accent2"/>
                </a:solidFill>
              </a:defRPr>
            </a:lvl1pPr>
          </a:lstStyle>
          <a:p>
            <a:r>
              <a:rPr lang="sv-SE"/>
              <a:t>Klicka här för att infoga en bild</a:t>
            </a:r>
          </a:p>
        </p:txBody>
      </p:sp>
      <p:sp>
        <p:nvSpPr>
          <p:cNvPr id="4" name="Platshållare för innehåll 14">
            <a:extLst>
              <a:ext uri="{FF2B5EF4-FFF2-40B4-BE49-F238E27FC236}">
                <a16:creationId xmlns:a16="http://schemas.microsoft.com/office/drawing/2014/main" id="{07B0D95C-1F22-3E67-A991-0C1ED9C66AC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39788" y="3187286"/>
            <a:ext cx="5021080" cy="3032539"/>
          </a:xfrm>
        </p:spPr>
        <p:txBody>
          <a:bodyPr>
            <a:noAutofit/>
          </a:bodyPr>
          <a:lstStyle>
            <a:lvl1pPr marL="342900" indent="-342900">
              <a:buFont typeface="Arial" panose="020B0604020202020204" pitchFamily="34" charset="0"/>
              <a:buChar char="•"/>
              <a:defRPr sz="2400">
                <a:solidFill>
                  <a:schemeClr val="accent2"/>
                </a:solidFill>
              </a:defRPr>
            </a:lvl1pPr>
            <a:lvl2pPr>
              <a:defRPr sz="2000">
                <a:solidFill>
                  <a:schemeClr val="accent2"/>
                </a:solidFill>
              </a:defRPr>
            </a:lvl2pPr>
            <a:lvl3pPr>
              <a:defRPr sz="1800">
                <a:solidFill>
                  <a:schemeClr val="accent2"/>
                </a:solidFill>
              </a:defRPr>
            </a:lvl3pPr>
            <a:lvl4pPr>
              <a:defRPr sz="1800">
                <a:solidFill>
                  <a:schemeClr val="accent2"/>
                </a:solidFill>
              </a:defRPr>
            </a:lvl4pPr>
            <a:lvl5pPr>
              <a:defRPr sz="1800">
                <a:solidFill>
                  <a:schemeClr val="accent2"/>
                </a:solidFill>
              </a:defRPr>
            </a:lvl5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</a:lstStyle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  <p:sp>
        <p:nvSpPr>
          <p:cNvPr id="5" name="Rubrik 6">
            <a:extLst>
              <a:ext uri="{FF2B5EF4-FFF2-40B4-BE49-F238E27FC236}">
                <a16:creationId xmlns:a16="http://schemas.microsoft.com/office/drawing/2014/main" id="{8A59463E-0EBC-83FD-C3A8-B745D12DF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790006"/>
            <a:ext cx="5021080" cy="1325563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sv-SE" dirty="0"/>
              <a:t>Klicka här för att ändra mall</a:t>
            </a:r>
          </a:p>
        </p:txBody>
      </p:sp>
    </p:spTree>
    <p:extLst>
      <p:ext uri="{BB962C8B-B14F-4D97-AF65-F5344CB8AC3E}">
        <p14:creationId xmlns:p14="http://schemas.microsoft.com/office/powerpoint/2010/main" val="39136505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ra rubrik, beige">
    <p:bg>
      <p:bgPr>
        <a:solidFill>
          <a:srgbClr val="F7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D5A6E465-C25D-A7A3-7EF2-615E62A92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7D24E2-704C-4D37-BA3F-3A87B7C16133}" type="datetimeFigureOut">
              <a:rPr lang="sv-SE" smtClean="0"/>
              <a:pPr/>
              <a:t>2026-06-17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45DC0A25-9534-A193-D576-70049C634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D8DE994E-6983-C5FA-24CC-9E1F3B1D3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88021E2-E97B-4976-AF53-1A9B1E45C5FA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96093E53-7A60-2A4A-B668-9F7040F77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sv-SE"/>
              <a:t>Klicka här för att ändra mall för rubrikformat</a:t>
            </a:r>
          </a:p>
        </p:txBody>
      </p:sp>
    </p:spTree>
    <p:extLst>
      <p:ext uri="{BB962C8B-B14F-4D97-AF65-F5344CB8AC3E}">
        <p14:creationId xmlns:p14="http://schemas.microsoft.com/office/powerpoint/2010/main" val="17820854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ra rubrik, rosa">
    <p:bg>
      <p:bgPr>
        <a:solidFill>
          <a:srgbClr val="FFEB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D5A6E465-C25D-A7A3-7EF2-615E62A92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7D24E2-704C-4D37-BA3F-3A87B7C16133}" type="datetimeFigureOut">
              <a:rPr lang="sv-SE" smtClean="0"/>
              <a:pPr/>
              <a:t>2026-06-17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45DC0A25-9534-A193-D576-70049C634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D8DE994E-6983-C5FA-24CC-9E1F3B1D3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88021E2-E97B-4976-AF53-1A9B1E45C5FA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03BB0CD3-1FDF-4DA5-5407-B421AF3BC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</p:spTree>
    <p:extLst>
      <p:ext uri="{BB962C8B-B14F-4D97-AF65-F5344CB8AC3E}">
        <p14:creationId xmlns:p14="http://schemas.microsoft.com/office/powerpoint/2010/main" val="28937889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ra rubrik, grön">
    <p:bg>
      <p:bgPr>
        <a:solidFill>
          <a:srgbClr val="DFEF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D5A6E465-C25D-A7A3-7EF2-615E62A92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8E7D24E2-704C-4D37-BA3F-3A87B7C16133}" type="datetimeFigureOut">
              <a:rPr lang="sv-SE" smtClean="0"/>
              <a:pPr/>
              <a:t>2026-06-17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45DC0A25-9534-A193-D576-70049C634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D8DE994E-6983-C5FA-24CC-9E1F3B1D3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8021E2-E97B-4976-AF53-1A9B1E45C5FA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A7DF2A24-1E13-398B-56F8-23469003C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sv-SE"/>
              <a:t>Klicka här för att ändra mall för rubrikformat</a:t>
            </a:r>
          </a:p>
        </p:txBody>
      </p:sp>
    </p:spTree>
    <p:extLst>
      <p:ext uri="{BB962C8B-B14F-4D97-AF65-F5344CB8AC3E}">
        <p14:creationId xmlns:p14="http://schemas.microsoft.com/office/powerpoint/2010/main" val="36125530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m bild, beige">
    <p:bg>
      <p:bgPr>
        <a:solidFill>
          <a:srgbClr val="F7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2183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m bild, rosa">
    <p:bg>
      <p:bgPr>
        <a:solidFill>
          <a:srgbClr val="FFEB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80242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m bild, grön">
    <p:bg>
      <p:bgPr>
        <a:solidFill>
          <a:srgbClr val="DFEF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54006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spalt och förklarande text, rosa">
    <p:bg>
      <p:bgPr>
        <a:solidFill>
          <a:srgbClr val="FFEB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tshållare för datum 3">
            <a:extLst>
              <a:ext uri="{FF2B5EF4-FFF2-40B4-BE49-F238E27FC236}">
                <a16:creationId xmlns:a16="http://schemas.microsoft.com/office/drawing/2014/main" id="{26585563-9FE2-61EE-63EC-7B601A8450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7D24E2-704C-4D37-BA3F-3A87B7C16133}" type="datetimeFigureOut">
              <a:rPr lang="sv-SE" smtClean="0"/>
              <a:pPr/>
              <a:t>2026-06-17</a:t>
            </a:fld>
            <a:endParaRPr lang="sv-SE"/>
          </a:p>
        </p:txBody>
      </p:sp>
      <p:sp>
        <p:nvSpPr>
          <p:cNvPr id="10" name="Platshållare för sidfot 4">
            <a:extLst>
              <a:ext uri="{FF2B5EF4-FFF2-40B4-BE49-F238E27FC236}">
                <a16:creationId xmlns:a16="http://schemas.microsoft.com/office/drawing/2014/main" id="{F8230D5A-D71E-09CB-5F6B-0FB8742AD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sv-SE"/>
          </a:p>
        </p:txBody>
      </p:sp>
      <p:sp>
        <p:nvSpPr>
          <p:cNvPr id="12" name="Platshållare för bildnummer 5">
            <a:extLst>
              <a:ext uri="{FF2B5EF4-FFF2-40B4-BE49-F238E27FC236}">
                <a16:creationId xmlns:a16="http://schemas.microsoft.com/office/drawing/2014/main" id="{E331F1E0-DE6B-C2CE-9705-A1E3A302F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88021E2-E97B-4976-AF53-1A9B1E45C5FA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13" name="Platshållare för text 16">
            <a:extLst>
              <a:ext uri="{FF2B5EF4-FFF2-40B4-BE49-F238E27FC236}">
                <a16:creationId xmlns:a16="http://schemas.microsoft.com/office/drawing/2014/main" id="{BBE69D9B-1752-BE23-057E-6FDFB90A99B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38994" y="6559972"/>
            <a:ext cx="9353006" cy="2980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r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  <a:lvl2pPr>
              <a:defRPr sz="2000"/>
            </a:lvl2pPr>
            <a:lvl4pPr>
              <a:defRPr sz="2000"/>
            </a:lvl4pPr>
            <a:lvl5pPr>
              <a:defRPr sz="2000"/>
            </a:lvl5pPr>
            <a:lvl6pPr>
              <a:defRPr sz="2000">
                <a:solidFill>
                  <a:schemeClr val="tx2"/>
                </a:solidFill>
              </a:defRPr>
            </a:lvl6pPr>
            <a:lvl7pPr>
              <a:defRPr sz="2000">
                <a:solidFill>
                  <a:schemeClr val="tx2"/>
                </a:solidFill>
              </a:defRPr>
            </a:lvl7pPr>
            <a:lvl8pPr>
              <a:defRPr sz="2000">
                <a:solidFill>
                  <a:schemeClr val="tx2"/>
                </a:solidFill>
              </a:defRPr>
            </a:lvl8pPr>
            <a:lvl9pPr>
              <a:defRPr sz="2000">
                <a:solidFill>
                  <a:schemeClr val="tx2"/>
                </a:solidFill>
              </a:defRPr>
            </a:lvl9pPr>
          </a:lstStyle>
          <a:p>
            <a:pPr lvl="0"/>
            <a:r>
              <a:rPr lang="sv-SE" dirty="0"/>
              <a:t>Källa: </a:t>
            </a:r>
          </a:p>
        </p:txBody>
      </p:sp>
      <p:sp>
        <p:nvSpPr>
          <p:cNvPr id="14" name="Platshållare för text 16">
            <a:extLst>
              <a:ext uri="{FF2B5EF4-FFF2-40B4-BE49-F238E27FC236}">
                <a16:creationId xmlns:a16="http://schemas.microsoft.com/office/drawing/2014/main" id="{B049A139-7FF0-8B6C-5048-FAA017E93E9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585165" y="1544107"/>
            <a:ext cx="4232365" cy="464714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9pPr marL="3657600" indent="0">
              <a:buNone/>
              <a:defRPr/>
            </a:lvl9pPr>
          </a:lstStyle>
          <a:p>
            <a:pPr lvl="0"/>
            <a:r>
              <a:rPr lang="sv-SE" dirty="0"/>
              <a:t>Förklarande text till tabell eller diagram.</a:t>
            </a:r>
          </a:p>
        </p:txBody>
      </p:sp>
      <p:sp>
        <p:nvSpPr>
          <p:cNvPr id="15" name="Platshållare för innehåll 14">
            <a:extLst>
              <a:ext uri="{FF2B5EF4-FFF2-40B4-BE49-F238E27FC236}">
                <a16:creationId xmlns:a16="http://schemas.microsoft.com/office/drawing/2014/main" id="{281CF91B-898B-87D3-8123-B7F169BA5ACC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74469" y="1544107"/>
            <a:ext cx="7114902" cy="464714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400">
                <a:solidFill>
                  <a:schemeClr val="tx1"/>
                </a:solidFill>
              </a:defRPr>
            </a:lvl4pPr>
            <a:lvl5pPr>
              <a:defRPr sz="2400">
                <a:solidFill>
                  <a:schemeClr val="tx1"/>
                </a:solidFill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 marL="4114800" indent="-457200">
              <a:buFont typeface="+mj-lt"/>
              <a:buAutoNum type="arabicPeriod"/>
              <a:defRPr sz="2400"/>
            </a:lvl9pPr>
          </a:lstStyle>
          <a:p>
            <a:pPr lvl="0"/>
            <a:r>
              <a:rPr lang="sv-SE" dirty="0"/>
              <a:t>Infoga tabell eller diagram</a:t>
            </a:r>
          </a:p>
        </p:txBody>
      </p:sp>
      <p:sp>
        <p:nvSpPr>
          <p:cNvPr id="16" name="Platshållare för text 12">
            <a:extLst>
              <a:ext uri="{FF2B5EF4-FFF2-40B4-BE49-F238E27FC236}">
                <a16:creationId xmlns:a16="http://schemas.microsoft.com/office/drawing/2014/main" id="{A07B0038-3902-AAD3-6A6A-C62FCBA6583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99361" y="975360"/>
            <a:ext cx="9353006" cy="3651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</a:lstStyle>
          <a:p>
            <a:pPr lvl="0"/>
            <a:r>
              <a:rPr lang="sv-SE" dirty="0"/>
              <a:t>Underrubrik</a:t>
            </a:r>
          </a:p>
        </p:txBody>
      </p:sp>
      <p:sp>
        <p:nvSpPr>
          <p:cNvPr id="17" name="Rubrik 11">
            <a:extLst>
              <a:ext uri="{FF2B5EF4-FFF2-40B4-BE49-F238E27FC236}">
                <a16:creationId xmlns:a16="http://schemas.microsoft.com/office/drawing/2014/main" id="{B4E5E209-74DF-B7B4-D86A-253192862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9359" y="215288"/>
            <a:ext cx="9353006" cy="720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sv-SE" dirty="0"/>
              <a:t>Klicka här för att ändra mall</a:t>
            </a:r>
          </a:p>
        </p:txBody>
      </p:sp>
    </p:spTree>
    <p:extLst>
      <p:ext uri="{BB962C8B-B14F-4D97-AF65-F5344CB8AC3E}">
        <p14:creationId xmlns:p14="http://schemas.microsoft.com/office/powerpoint/2010/main" val="5808245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spalt och förklarande text, grön">
    <p:bg>
      <p:bgPr>
        <a:solidFill>
          <a:srgbClr val="DFEF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D5A6E465-C25D-A7A3-7EF2-615E62A92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8E7D24E2-704C-4D37-BA3F-3A87B7C16133}" type="datetimeFigureOut">
              <a:rPr lang="sv-SE" smtClean="0"/>
              <a:pPr/>
              <a:t>2026-06-17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45DC0A25-9534-A193-D576-70049C634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D8DE994E-6983-C5FA-24CC-9E1F3B1D3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8021E2-E97B-4976-AF53-1A9B1E45C5FA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10" name="Platshållare för text 16">
            <a:extLst>
              <a:ext uri="{FF2B5EF4-FFF2-40B4-BE49-F238E27FC236}">
                <a16:creationId xmlns:a16="http://schemas.microsoft.com/office/drawing/2014/main" id="{CF936710-89DC-9C48-F2D3-C23F25E891C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838994" y="6559972"/>
            <a:ext cx="9353006" cy="298028"/>
          </a:xfrm>
        </p:spPr>
        <p:txBody>
          <a:bodyPr anchor="b">
            <a:noAutofit/>
          </a:bodyPr>
          <a:lstStyle>
            <a:lvl1pPr marL="0" indent="0" algn="r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  <a:lvl2pPr>
              <a:defRPr sz="2000"/>
            </a:lvl2pPr>
            <a:lvl4pPr>
              <a:defRPr sz="2000"/>
            </a:lvl4pPr>
            <a:lvl5pPr>
              <a:defRPr sz="2000"/>
            </a:lvl5pPr>
            <a:lvl6pPr>
              <a:defRPr sz="2000">
                <a:solidFill>
                  <a:schemeClr val="tx2"/>
                </a:solidFill>
              </a:defRPr>
            </a:lvl6pPr>
            <a:lvl7pPr>
              <a:defRPr sz="2000">
                <a:solidFill>
                  <a:schemeClr val="tx2"/>
                </a:solidFill>
              </a:defRPr>
            </a:lvl7pPr>
            <a:lvl8pPr>
              <a:defRPr sz="2000">
                <a:solidFill>
                  <a:schemeClr val="tx2"/>
                </a:solidFill>
              </a:defRPr>
            </a:lvl8pPr>
            <a:lvl9pPr>
              <a:defRPr sz="2000">
                <a:solidFill>
                  <a:schemeClr val="tx2"/>
                </a:solidFill>
              </a:defRPr>
            </a:lvl9pPr>
          </a:lstStyle>
          <a:p>
            <a:pPr lvl="0"/>
            <a:r>
              <a:rPr lang="sv-SE" dirty="0"/>
              <a:t>Källa: </a:t>
            </a:r>
          </a:p>
        </p:txBody>
      </p:sp>
      <p:sp>
        <p:nvSpPr>
          <p:cNvPr id="3" name="Platshållare för text 16">
            <a:extLst>
              <a:ext uri="{FF2B5EF4-FFF2-40B4-BE49-F238E27FC236}">
                <a16:creationId xmlns:a16="http://schemas.microsoft.com/office/drawing/2014/main" id="{CD1FF502-892D-2B2F-0508-FEBA3F481E1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585165" y="1544107"/>
            <a:ext cx="4232365" cy="464714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chemeClr val="accent2"/>
                </a:solidFill>
              </a:defRPr>
            </a:lvl1pPr>
            <a:lvl2pPr>
              <a:defRPr sz="18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9pPr marL="3657600" indent="0">
              <a:buNone/>
              <a:defRPr/>
            </a:lvl9pPr>
          </a:lstStyle>
          <a:p>
            <a:pPr lvl="0"/>
            <a:r>
              <a:rPr lang="sv-SE" dirty="0"/>
              <a:t>Förklarande text till tabell eller diagram.</a:t>
            </a:r>
          </a:p>
        </p:txBody>
      </p:sp>
      <p:sp>
        <p:nvSpPr>
          <p:cNvPr id="11" name="Platshållare för innehåll 14">
            <a:extLst>
              <a:ext uri="{FF2B5EF4-FFF2-40B4-BE49-F238E27FC236}">
                <a16:creationId xmlns:a16="http://schemas.microsoft.com/office/drawing/2014/main" id="{CB280913-73E6-6F50-909E-CD3BE5BCE83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74469" y="1544107"/>
            <a:ext cx="7114902" cy="464714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400">
                <a:solidFill>
                  <a:schemeClr val="tx1"/>
                </a:solidFill>
              </a:defRPr>
            </a:lvl4pPr>
            <a:lvl5pPr>
              <a:defRPr sz="2400">
                <a:solidFill>
                  <a:schemeClr val="tx1"/>
                </a:solidFill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 marL="4114800" indent="-457200">
              <a:buFont typeface="+mj-lt"/>
              <a:buAutoNum type="arabicPeriod"/>
              <a:defRPr sz="2400"/>
            </a:lvl9pPr>
          </a:lstStyle>
          <a:p>
            <a:pPr lvl="0"/>
            <a:r>
              <a:rPr lang="sv-SE" dirty="0"/>
              <a:t>Infoga tabell eller diagram</a:t>
            </a:r>
          </a:p>
        </p:txBody>
      </p:sp>
      <p:sp>
        <p:nvSpPr>
          <p:cNvPr id="12" name="Platshållare för text 12">
            <a:extLst>
              <a:ext uri="{FF2B5EF4-FFF2-40B4-BE49-F238E27FC236}">
                <a16:creationId xmlns:a16="http://schemas.microsoft.com/office/drawing/2014/main" id="{08C23EE7-35C4-C6BA-EB6A-2F312FE6019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99361" y="975360"/>
            <a:ext cx="9353006" cy="3651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accent2"/>
                </a:solidFill>
              </a:defRPr>
            </a:lvl1pPr>
          </a:lstStyle>
          <a:p>
            <a:pPr lvl="0"/>
            <a:r>
              <a:rPr lang="sv-SE" dirty="0"/>
              <a:t>Underrubrik</a:t>
            </a:r>
          </a:p>
        </p:txBody>
      </p:sp>
      <p:sp>
        <p:nvSpPr>
          <p:cNvPr id="13" name="Rubrik 11">
            <a:extLst>
              <a:ext uri="{FF2B5EF4-FFF2-40B4-BE49-F238E27FC236}">
                <a16:creationId xmlns:a16="http://schemas.microsoft.com/office/drawing/2014/main" id="{2D9EAF83-9283-BA7B-45D6-00A995FC8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9359" y="215288"/>
            <a:ext cx="9353006" cy="7200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sv-SE" dirty="0"/>
              <a:t>Klicka här för att ändra mall</a:t>
            </a:r>
          </a:p>
        </p:txBody>
      </p:sp>
    </p:spTree>
    <p:extLst>
      <p:ext uri="{BB962C8B-B14F-4D97-AF65-F5344CB8AC3E}">
        <p14:creationId xmlns:p14="http://schemas.microsoft.com/office/powerpoint/2010/main" val="29782780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spalt och förklarande text, beige">
    <p:bg>
      <p:bgPr>
        <a:solidFill>
          <a:srgbClr val="F7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D5A6E465-C25D-A7A3-7EF2-615E62A92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7D24E2-704C-4D37-BA3F-3A87B7C16133}" type="datetimeFigureOut">
              <a:rPr lang="sv-SE" smtClean="0"/>
              <a:pPr/>
              <a:t>2026-06-17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45DC0A25-9534-A193-D576-70049C634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D8DE994E-6983-C5FA-24CC-9E1F3B1D3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88021E2-E97B-4976-AF53-1A9B1E45C5FA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9" name="Platshållare för text 16">
            <a:extLst>
              <a:ext uri="{FF2B5EF4-FFF2-40B4-BE49-F238E27FC236}">
                <a16:creationId xmlns:a16="http://schemas.microsoft.com/office/drawing/2014/main" id="{E4C774F6-94F3-D016-EE51-423A00D2601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38994" y="6559972"/>
            <a:ext cx="9353006" cy="298028"/>
          </a:xfrm>
        </p:spPr>
        <p:txBody>
          <a:bodyPr anchor="b">
            <a:noAutofit/>
          </a:bodyPr>
          <a:lstStyle>
            <a:lvl1pPr marL="0" indent="0" algn="r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  <a:lvl2pPr>
              <a:defRPr sz="2000"/>
            </a:lvl2pPr>
            <a:lvl4pPr>
              <a:defRPr sz="2000"/>
            </a:lvl4pPr>
            <a:lvl5pPr>
              <a:defRPr sz="2000"/>
            </a:lvl5pPr>
            <a:lvl6pPr>
              <a:defRPr sz="2000">
                <a:solidFill>
                  <a:schemeClr val="tx2"/>
                </a:solidFill>
              </a:defRPr>
            </a:lvl6pPr>
            <a:lvl7pPr>
              <a:defRPr sz="2000">
                <a:solidFill>
                  <a:schemeClr val="tx2"/>
                </a:solidFill>
              </a:defRPr>
            </a:lvl7pPr>
            <a:lvl8pPr>
              <a:defRPr sz="2000">
                <a:solidFill>
                  <a:schemeClr val="tx2"/>
                </a:solidFill>
              </a:defRPr>
            </a:lvl8pPr>
            <a:lvl9pPr>
              <a:defRPr sz="2000">
                <a:solidFill>
                  <a:schemeClr val="tx2"/>
                </a:solidFill>
              </a:defRPr>
            </a:lvl9pPr>
          </a:lstStyle>
          <a:p>
            <a:pPr lvl="0"/>
            <a:r>
              <a:rPr lang="sv-SE"/>
              <a:t>Källa: </a:t>
            </a:r>
          </a:p>
        </p:txBody>
      </p:sp>
      <p:sp>
        <p:nvSpPr>
          <p:cNvPr id="10" name="Platshållare för text 16">
            <a:extLst>
              <a:ext uri="{FF2B5EF4-FFF2-40B4-BE49-F238E27FC236}">
                <a16:creationId xmlns:a16="http://schemas.microsoft.com/office/drawing/2014/main" id="{E021E736-5A0B-F758-3B57-1A60C589587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585165" y="1544107"/>
            <a:ext cx="4232365" cy="464714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9pPr marL="3657600" indent="0">
              <a:buNone/>
              <a:defRPr/>
            </a:lvl9pPr>
          </a:lstStyle>
          <a:p>
            <a:pPr lvl="0"/>
            <a:r>
              <a:rPr lang="sv-SE" dirty="0"/>
              <a:t>Förklarande text till tabell eller diagram.</a:t>
            </a:r>
          </a:p>
        </p:txBody>
      </p:sp>
      <p:sp>
        <p:nvSpPr>
          <p:cNvPr id="11" name="Platshållare för innehåll 14">
            <a:extLst>
              <a:ext uri="{FF2B5EF4-FFF2-40B4-BE49-F238E27FC236}">
                <a16:creationId xmlns:a16="http://schemas.microsoft.com/office/drawing/2014/main" id="{350F285B-E4BE-1811-E6CF-CD588C1D053C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74469" y="1544107"/>
            <a:ext cx="7114902" cy="464714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400">
                <a:solidFill>
                  <a:schemeClr val="tx1"/>
                </a:solidFill>
              </a:defRPr>
            </a:lvl4pPr>
            <a:lvl5pPr>
              <a:defRPr sz="2400">
                <a:solidFill>
                  <a:schemeClr val="tx1"/>
                </a:solidFill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 marL="4114800" indent="-457200">
              <a:buFont typeface="+mj-lt"/>
              <a:buAutoNum type="arabicPeriod"/>
              <a:defRPr sz="2400"/>
            </a:lvl9pPr>
          </a:lstStyle>
          <a:p>
            <a:pPr lvl="0"/>
            <a:r>
              <a:rPr lang="sv-SE" dirty="0"/>
              <a:t>Infoga tabell eller diagram</a:t>
            </a:r>
          </a:p>
        </p:txBody>
      </p:sp>
      <p:sp>
        <p:nvSpPr>
          <p:cNvPr id="12" name="Platshållare för text 12">
            <a:extLst>
              <a:ext uri="{FF2B5EF4-FFF2-40B4-BE49-F238E27FC236}">
                <a16:creationId xmlns:a16="http://schemas.microsoft.com/office/drawing/2014/main" id="{A4E49F86-B435-A3DB-38E3-A75BDB5EE2D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99361" y="975360"/>
            <a:ext cx="9353006" cy="3651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sv-SE" dirty="0"/>
              <a:t>Underrubrik</a:t>
            </a:r>
          </a:p>
        </p:txBody>
      </p:sp>
      <p:sp>
        <p:nvSpPr>
          <p:cNvPr id="13" name="Rubrik 11">
            <a:extLst>
              <a:ext uri="{FF2B5EF4-FFF2-40B4-BE49-F238E27FC236}">
                <a16:creationId xmlns:a16="http://schemas.microsoft.com/office/drawing/2014/main" id="{16E8D854-8A37-084F-B358-ABE348C11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9359" y="215288"/>
            <a:ext cx="9353006" cy="72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sv-SE" dirty="0"/>
              <a:t>Klicka här för att ändra mall</a:t>
            </a:r>
          </a:p>
        </p:txBody>
      </p:sp>
    </p:spTree>
    <p:extLst>
      <p:ext uri="{BB962C8B-B14F-4D97-AF65-F5344CB8AC3E}">
        <p14:creationId xmlns:p14="http://schemas.microsoft.com/office/powerpoint/2010/main" val="41918163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spalt och förklarande text, gråvit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D5A6E465-C25D-A7A3-7EF2-615E62A92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7D24E2-704C-4D37-BA3F-3A87B7C16133}" type="datetimeFigureOut">
              <a:rPr lang="sv-SE" smtClean="0"/>
              <a:pPr/>
              <a:t>2026-06-17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45DC0A25-9534-A193-D576-70049C634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D8DE994E-6983-C5FA-24CC-9E1F3B1D3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88021E2-E97B-4976-AF53-1A9B1E45C5FA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10" name="Platshållare för text 16">
            <a:extLst>
              <a:ext uri="{FF2B5EF4-FFF2-40B4-BE49-F238E27FC236}">
                <a16:creationId xmlns:a16="http://schemas.microsoft.com/office/drawing/2014/main" id="{C6471DD1-878A-FB60-7FA2-357BDC51179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838994" y="6559972"/>
            <a:ext cx="9353006" cy="298028"/>
          </a:xfrm>
        </p:spPr>
        <p:txBody>
          <a:bodyPr anchor="b">
            <a:noAutofit/>
          </a:bodyPr>
          <a:lstStyle>
            <a:lvl1pPr marL="0" indent="0" algn="r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  <a:lvl2pPr>
              <a:defRPr sz="2000"/>
            </a:lvl2pPr>
            <a:lvl4pPr>
              <a:defRPr sz="2000"/>
            </a:lvl4pPr>
            <a:lvl5pPr>
              <a:defRPr sz="2000"/>
            </a:lvl5pPr>
            <a:lvl6pPr>
              <a:defRPr sz="2000">
                <a:solidFill>
                  <a:schemeClr val="tx2"/>
                </a:solidFill>
              </a:defRPr>
            </a:lvl6pPr>
            <a:lvl7pPr>
              <a:defRPr sz="2000">
                <a:solidFill>
                  <a:schemeClr val="tx2"/>
                </a:solidFill>
              </a:defRPr>
            </a:lvl7pPr>
            <a:lvl8pPr>
              <a:defRPr sz="2000">
                <a:solidFill>
                  <a:schemeClr val="tx2"/>
                </a:solidFill>
              </a:defRPr>
            </a:lvl8pPr>
            <a:lvl9pPr>
              <a:defRPr sz="2000">
                <a:solidFill>
                  <a:schemeClr val="tx2"/>
                </a:solidFill>
              </a:defRPr>
            </a:lvl9pPr>
          </a:lstStyle>
          <a:p>
            <a:pPr lvl="0"/>
            <a:r>
              <a:rPr lang="sv-SE"/>
              <a:t>Källa: </a:t>
            </a:r>
          </a:p>
        </p:txBody>
      </p:sp>
      <p:sp>
        <p:nvSpPr>
          <p:cNvPr id="9" name="Platshållare för text 16">
            <a:extLst>
              <a:ext uri="{FF2B5EF4-FFF2-40B4-BE49-F238E27FC236}">
                <a16:creationId xmlns:a16="http://schemas.microsoft.com/office/drawing/2014/main" id="{2C2EF3AD-07C7-FC3F-3DF5-7FE72BA328C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585165" y="1544107"/>
            <a:ext cx="4232365" cy="464714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9pPr marL="3657600" indent="0">
              <a:buNone/>
              <a:defRPr/>
            </a:lvl9pPr>
          </a:lstStyle>
          <a:p>
            <a:pPr lvl="0"/>
            <a:r>
              <a:rPr lang="sv-SE" dirty="0"/>
              <a:t>Förklarande text till tabell eller diagram.</a:t>
            </a:r>
          </a:p>
        </p:txBody>
      </p:sp>
      <p:sp>
        <p:nvSpPr>
          <p:cNvPr id="11" name="Platshållare för innehåll 14">
            <a:extLst>
              <a:ext uri="{FF2B5EF4-FFF2-40B4-BE49-F238E27FC236}">
                <a16:creationId xmlns:a16="http://schemas.microsoft.com/office/drawing/2014/main" id="{F4D62790-69BB-298F-0996-0D54AB4308E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74469" y="1544107"/>
            <a:ext cx="7114902" cy="464714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400">
                <a:solidFill>
                  <a:schemeClr val="tx1"/>
                </a:solidFill>
              </a:defRPr>
            </a:lvl4pPr>
            <a:lvl5pPr>
              <a:defRPr sz="2400">
                <a:solidFill>
                  <a:schemeClr val="tx1"/>
                </a:solidFill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 marL="4114800" indent="-457200">
              <a:buFont typeface="+mj-lt"/>
              <a:buAutoNum type="arabicPeriod"/>
              <a:defRPr sz="2400"/>
            </a:lvl9pPr>
          </a:lstStyle>
          <a:p>
            <a:pPr lvl="0"/>
            <a:r>
              <a:rPr lang="sv-SE" dirty="0"/>
              <a:t>Infoga tabell eller diagram</a:t>
            </a:r>
          </a:p>
        </p:txBody>
      </p:sp>
      <p:sp>
        <p:nvSpPr>
          <p:cNvPr id="12" name="Platshållare för text 12">
            <a:extLst>
              <a:ext uri="{FF2B5EF4-FFF2-40B4-BE49-F238E27FC236}">
                <a16:creationId xmlns:a16="http://schemas.microsoft.com/office/drawing/2014/main" id="{8214E58D-0C63-B736-DEF2-74AE252C0A1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99361" y="975360"/>
            <a:ext cx="9353006" cy="3651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sv-SE" dirty="0"/>
              <a:t>Underrubrik</a:t>
            </a:r>
          </a:p>
        </p:txBody>
      </p:sp>
      <p:sp>
        <p:nvSpPr>
          <p:cNvPr id="13" name="Rubrik 11">
            <a:extLst>
              <a:ext uri="{FF2B5EF4-FFF2-40B4-BE49-F238E27FC236}">
                <a16:creationId xmlns:a16="http://schemas.microsoft.com/office/drawing/2014/main" id="{DD17D84A-A8EF-923D-F227-E7C1C96F7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9359" y="215288"/>
            <a:ext cx="9353006" cy="72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sv-SE" dirty="0"/>
              <a:t>Klicka här för att ändra mall</a:t>
            </a:r>
          </a:p>
        </p:txBody>
      </p:sp>
    </p:spTree>
    <p:extLst>
      <p:ext uri="{BB962C8B-B14F-4D97-AF65-F5344CB8AC3E}">
        <p14:creationId xmlns:p14="http://schemas.microsoft.com/office/powerpoint/2010/main" val="17155513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spalt och förklarande text, vi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D5A6E465-C25D-A7A3-7EF2-615E62A92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7D24E2-704C-4D37-BA3F-3A87B7C16133}" type="datetimeFigureOut">
              <a:rPr lang="sv-SE" smtClean="0"/>
              <a:pPr/>
              <a:t>2026-06-17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45DC0A25-9534-A193-D576-70049C634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D8DE994E-6983-C5FA-24CC-9E1F3B1D3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88021E2-E97B-4976-AF53-1A9B1E45C5FA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10" name="Platshållare för text 16">
            <a:extLst>
              <a:ext uri="{FF2B5EF4-FFF2-40B4-BE49-F238E27FC236}">
                <a16:creationId xmlns:a16="http://schemas.microsoft.com/office/drawing/2014/main" id="{12104DEC-BA9E-1AFB-E9B9-2D597D21A6A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838994" y="6559972"/>
            <a:ext cx="9353006" cy="298028"/>
          </a:xfrm>
        </p:spPr>
        <p:txBody>
          <a:bodyPr anchor="b">
            <a:noAutofit/>
          </a:bodyPr>
          <a:lstStyle>
            <a:lvl1pPr marL="0" indent="0" algn="r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  <a:lvl2pPr>
              <a:defRPr sz="2000"/>
            </a:lvl2pPr>
            <a:lvl4pPr>
              <a:defRPr sz="2000"/>
            </a:lvl4pPr>
            <a:lvl5pPr>
              <a:defRPr sz="2000"/>
            </a:lvl5pPr>
            <a:lvl6pPr>
              <a:defRPr sz="2000">
                <a:solidFill>
                  <a:schemeClr val="tx2"/>
                </a:solidFill>
              </a:defRPr>
            </a:lvl6pPr>
            <a:lvl7pPr>
              <a:defRPr sz="2000">
                <a:solidFill>
                  <a:schemeClr val="tx2"/>
                </a:solidFill>
              </a:defRPr>
            </a:lvl7pPr>
            <a:lvl8pPr>
              <a:defRPr sz="2000">
                <a:solidFill>
                  <a:schemeClr val="tx2"/>
                </a:solidFill>
              </a:defRPr>
            </a:lvl8pPr>
            <a:lvl9pPr>
              <a:defRPr sz="2000">
                <a:solidFill>
                  <a:schemeClr val="tx2"/>
                </a:solidFill>
              </a:defRPr>
            </a:lvl9pPr>
          </a:lstStyle>
          <a:p>
            <a:pPr lvl="0"/>
            <a:r>
              <a:rPr lang="sv-SE"/>
              <a:t>Källa: </a:t>
            </a:r>
          </a:p>
        </p:txBody>
      </p:sp>
      <p:sp>
        <p:nvSpPr>
          <p:cNvPr id="9" name="Platshållare för text 16">
            <a:extLst>
              <a:ext uri="{FF2B5EF4-FFF2-40B4-BE49-F238E27FC236}">
                <a16:creationId xmlns:a16="http://schemas.microsoft.com/office/drawing/2014/main" id="{F523731E-EFB1-CED5-5AFD-7F232C863C9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585165" y="1544107"/>
            <a:ext cx="4232365" cy="464714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9pPr marL="3657600" indent="0">
              <a:buNone/>
              <a:defRPr/>
            </a:lvl9pPr>
          </a:lstStyle>
          <a:p>
            <a:pPr lvl="0"/>
            <a:r>
              <a:rPr lang="sv-SE" dirty="0"/>
              <a:t>Förklarande text till tabell eller diagram.</a:t>
            </a:r>
          </a:p>
        </p:txBody>
      </p:sp>
      <p:sp>
        <p:nvSpPr>
          <p:cNvPr id="11" name="Platshållare för innehåll 14">
            <a:extLst>
              <a:ext uri="{FF2B5EF4-FFF2-40B4-BE49-F238E27FC236}">
                <a16:creationId xmlns:a16="http://schemas.microsoft.com/office/drawing/2014/main" id="{41BD2190-F87E-9D9C-7012-01D1086075BC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74469" y="1544107"/>
            <a:ext cx="7114902" cy="464714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400">
                <a:solidFill>
                  <a:schemeClr val="tx1"/>
                </a:solidFill>
              </a:defRPr>
            </a:lvl4pPr>
            <a:lvl5pPr>
              <a:defRPr sz="2400">
                <a:solidFill>
                  <a:schemeClr val="tx1"/>
                </a:solidFill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 marL="4114800" indent="-457200">
              <a:buFont typeface="+mj-lt"/>
              <a:buAutoNum type="arabicPeriod"/>
              <a:defRPr sz="2400"/>
            </a:lvl9pPr>
          </a:lstStyle>
          <a:p>
            <a:pPr lvl="0"/>
            <a:r>
              <a:rPr lang="sv-SE" dirty="0"/>
              <a:t>Infoga tabell eller diagram</a:t>
            </a:r>
          </a:p>
        </p:txBody>
      </p:sp>
      <p:sp>
        <p:nvSpPr>
          <p:cNvPr id="12" name="Platshållare för text 12">
            <a:extLst>
              <a:ext uri="{FF2B5EF4-FFF2-40B4-BE49-F238E27FC236}">
                <a16:creationId xmlns:a16="http://schemas.microsoft.com/office/drawing/2014/main" id="{7BE0E610-92F9-2E7C-FC35-955DFDBDA25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99361" y="975360"/>
            <a:ext cx="9353006" cy="3651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sv-SE" dirty="0"/>
              <a:t>Underrubrik</a:t>
            </a:r>
          </a:p>
        </p:txBody>
      </p:sp>
      <p:sp>
        <p:nvSpPr>
          <p:cNvPr id="13" name="Rubrik 11">
            <a:extLst>
              <a:ext uri="{FF2B5EF4-FFF2-40B4-BE49-F238E27FC236}">
                <a16:creationId xmlns:a16="http://schemas.microsoft.com/office/drawing/2014/main" id="{5627A6D8-8F97-DD25-E4BF-F29ABEE10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9359" y="215288"/>
            <a:ext cx="9353006" cy="72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sv-SE" dirty="0"/>
              <a:t>Klicka här för att ändra mall</a:t>
            </a:r>
          </a:p>
        </p:txBody>
      </p:sp>
    </p:spTree>
    <p:extLst>
      <p:ext uri="{BB962C8B-B14F-4D97-AF65-F5344CB8AC3E}">
        <p14:creationId xmlns:p14="http://schemas.microsoft.com/office/powerpoint/2010/main" val="4939476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spalt, rosa">
    <p:bg>
      <p:bgPr>
        <a:solidFill>
          <a:srgbClr val="FFEB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D5A6E465-C25D-A7A3-7EF2-615E62A92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7D24E2-704C-4D37-BA3F-3A87B7C16133}" type="datetimeFigureOut">
              <a:rPr lang="sv-SE" smtClean="0"/>
              <a:pPr/>
              <a:t>2026-06-17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45DC0A25-9534-A193-D576-70049C634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D8DE994E-6983-C5FA-24CC-9E1F3B1D3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88021E2-E97B-4976-AF53-1A9B1E45C5FA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9" name="Platshållare för text 16">
            <a:extLst>
              <a:ext uri="{FF2B5EF4-FFF2-40B4-BE49-F238E27FC236}">
                <a16:creationId xmlns:a16="http://schemas.microsoft.com/office/drawing/2014/main" id="{D370127B-8992-2E79-080A-4F2225C7519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838994" y="6559972"/>
            <a:ext cx="9353006" cy="298028"/>
          </a:xfrm>
        </p:spPr>
        <p:txBody>
          <a:bodyPr anchor="b">
            <a:noAutofit/>
          </a:bodyPr>
          <a:lstStyle>
            <a:lvl1pPr marL="0" indent="0" algn="r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  <a:lvl2pPr>
              <a:defRPr sz="2000"/>
            </a:lvl2pPr>
            <a:lvl4pPr>
              <a:defRPr sz="2000"/>
            </a:lvl4pPr>
            <a:lvl5pPr>
              <a:defRPr sz="2000"/>
            </a:lvl5pPr>
            <a:lvl6pPr>
              <a:defRPr sz="2000">
                <a:solidFill>
                  <a:schemeClr val="tx2"/>
                </a:solidFill>
              </a:defRPr>
            </a:lvl6pPr>
            <a:lvl7pPr>
              <a:defRPr sz="2000">
                <a:solidFill>
                  <a:schemeClr val="tx2"/>
                </a:solidFill>
              </a:defRPr>
            </a:lvl7pPr>
            <a:lvl8pPr>
              <a:defRPr sz="2000">
                <a:solidFill>
                  <a:schemeClr val="tx2"/>
                </a:solidFill>
              </a:defRPr>
            </a:lvl8pPr>
            <a:lvl9pPr>
              <a:defRPr sz="2000">
                <a:solidFill>
                  <a:schemeClr val="tx2"/>
                </a:solidFill>
              </a:defRPr>
            </a:lvl9pPr>
          </a:lstStyle>
          <a:p>
            <a:pPr lvl="0"/>
            <a:r>
              <a:rPr lang="sv-SE"/>
              <a:t>Källa: </a:t>
            </a:r>
          </a:p>
        </p:txBody>
      </p:sp>
      <p:sp>
        <p:nvSpPr>
          <p:cNvPr id="8" name="Platshållare för innehåll 14">
            <a:extLst>
              <a:ext uri="{FF2B5EF4-FFF2-40B4-BE49-F238E27FC236}">
                <a16:creationId xmlns:a16="http://schemas.microsoft.com/office/drawing/2014/main" id="{1B1AC3D7-9AB1-B009-0406-F6EE8AF6932D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74468" y="1544107"/>
            <a:ext cx="11443061" cy="464714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tx2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400">
                <a:solidFill>
                  <a:schemeClr val="tx1"/>
                </a:solidFill>
              </a:defRPr>
            </a:lvl4pPr>
            <a:lvl5pPr>
              <a:defRPr sz="2400">
                <a:solidFill>
                  <a:schemeClr val="tx1"/>
                </a:solidFill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sv-SE"/>
              <a:t>Infoga tabell eller diagram</a:t>
            </a:r>
          </a:p>
        </p:txBody>
      </p:sp>
      <p:sp>
        <p:nvSpPr>
          <p:cNvPr id="10" name="Platshållare för text 12">
            <a:extLst>
              <a:ext uri="{FF2B5EF4-FFF2-40B4-BE49-F238E27FC236}">
                <a16:creationId xmlns:a16="http://schemas.microsoft.com/office/drawing/2014/main" id="{5AE52609-14CB-6252-14CD-B7F7C7232BC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99361" y="975360"/>
            <a:ext cx="9353006" cy="3651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</a:lstStyle>
          <a:p>
            <a:pPr lvl="0"/>
            <a:r>
              <a:rPr lang="sv-SE"/>
              <a:t>Underrubrik</a:t>
            </a:r>
          </a:p>
        </p:txBody>
      </p:sp>
      <p:sp>
        <p:nvSpPr>
          <p:cNvPr id="11" name="Rubrik 9">
            <a:extLst>
              <a:ext uri="{FF2B5EF4-FFF2-40B4-BE49-F238E27FC236}">
                <a16:creationId xmlns:a16="http://schemas.microsoft.com/office/drawing/2014/main" id="{8222305F-8D8B-ED00-D0AA-064DFDAB9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9359" y="215288"/>
            <a:ext cx="9353006" cy="720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sv-SE" dirty="0"/>
              <a:t>Klicka här för att ändra mall</a:t>
            </a:r>
          </a:p>
        </p:txBody>
      </p:sp>
    </p:spTree>
    <p:extLst>
      <p:ext uri="{BB962C8B-B14F-4D97-AF65-F5344CB8AC3E}">
        <p14:creationId xmlns:p14="http://schemas.microsoft.com/office/powerpoint/2010/main" val="38679760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spalt, grön">
    <p:bg>
      <p:bgPr>
        <a:solidFill>
          <a:srgbClr val="DFEF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D5A6E465-C25D-A7A3-7EF2-615E62A92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8E7D24E2-704C-4D37-BA3F-3A87B7C16133}" type="datetimeFigureOut">
              <a:rPr lang="sv-SE" smtClean="0"/>
              <a:pPr/>
              <a:t>2026-06-17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45DC0A25-9534-A193-D576-70049C634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D8DE994E-6983-C5FA-24CC-9E1F3B1D3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8021E2-E97B-4976-AF53-1A9B1E45C5FA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8" name="Platshållare för text 16">
            <a:extLst>
              <a:ext uri="{FF2B5EF4-FFF2-40B4-BE49-F238E27FC236}">
                <a16:creationId xmlns:a16="http://schemas.microsoft.com/office/drawing/2014/main" id="{9856002A-1BF6-0384-0577-2322007537C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838994" y="6559972"/>
            <a:ext cx="9353006" cy="298028"/>
          </a:xfrm>
        </p:spPr>
        <p:txBody>
          <a:bodyPr anchor="b">
            <a:noAutofit/>
          </a:bodyPr>
          <a:lstStyle>
            <a:lvl1pPr marL="0" indent="0" algn="r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  <a:lvl2pPr>
              <a:defRPr sz="2000"/>
            </a:lvl2pPr>
            <a:lvl4pPr>
              <a:defRPr sz="2000"/>
            </a:lvl4pPr>
            <a:lvl5pPr>
              <a:defRPr sz="2000"/>
            </a:lvl5pPr>
            <a:lvl6pPr>
              <a:defRPr sz="2000">
                <a:solidFill>
                  <a:schemeClr val="tx2"/>
                </a:solidFill>
              </a:defRPr>
            </a:lvl6pPr>
            <a:lvl7pPr>
              <a:defRPr sz="2000">
                <a:solidFill>
                  <a:schemeClr val="tx2"/>
                </a:solidFill>
              </a:defRPr>
            </a:lvl7pPr>
            <a:lvl8pPr>
              <a:defRPr sz="2000">
                <a:solidFill>
                  <a:schemeClr val="tx2"/>
                </a:solidFill>
              </a:defRPr>
            </a:lvl8pPr>
            <a:lvl9pPr>
              <a:defRPr sz="2000">
                <a:solidFill>
                  <a:schemeClr val="tx2"/>
                </a:solidFill>
              </a:defRPr>
            </a:lvl9pPr>
          </a:lstStyle>
          <a:p>
            <a:pPr lvl="0"/>
            <a:r>
              <a:rPr lang="sv-SE"/>
              <a:t>Källa: </a:t>
            </a:r>
          </a:p>
        </p:txBody>
      </p:sp>
      <p:sp>
        <p:nvSpPr>
          <p:cNvPr id="3" name="Platshållare för innehåll 14">
            <a:extLst>
              <a:ext uri="{FF2B5EF4-FFF2-40B4-BE49-F238E27FC236}">
                <a16:creationId xmlns:a16="http://schemas.microsoft.com/office/drawing/2014/main" id="{8D72B3B6-CFA9-40D7-4B5C-E41CA9A8C241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74468" y="1544107"/>
            <a:ext cx="11443061" cy="464714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400">
                <a:solidFill>
                  <a:schemeClr val="tx1"/>
                </a:solidFill>
              </a:defRPr>
            </a:lvl4pPr>
            <a:lvl5pPr>
              <a:defRPr sz="2400">
                <a:solidFill>
                  <a:schemeClr val="tx1"/>
                </a:solidFill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sv-SE"/>
              <a:t>Infoga tabell eller diagram</a:t>
            </a:r>
          </a:p>
        </p:txBody>
      </p:sp>
      <p:sp>
        <p:nvSpPr>
          <p:cNvPr id="9" name="Platshållare för text 12">
            <a:extLst>
              <a:ext uri="{FF2B5EF4-FFF2-40B4-BE49-F238E27FC236}">
                <a16:creationId xmlns:a16="http://schemas.microsoft.com/office/drawing/2014/main" id="{41473026-C86B-7495-EC24-8BB848F1FF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99361" y="975360"/>
            <a:ext cx="9353006" cy="3651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accent2"/>
                </a:solidFill>
              </a:defRPr>
            </a:lvl1pPr>
          </a:lstStyle>
          <a:p>
            <a:pPr lvl="0"/>
            <a:r>
              <a:rPr lang="sv-SE"/>
              <a:t>Underrubrik</a:t>
            </a:r>
          </a:p>
        </p:txBody>
      </p:sp>
      <p:sp>
        <p:nvSpPr>
          <p:cNvPr id="11" name="Rubrik 9">
            <a:extLst>
              <a:ext uri="{FF2B5EF4-FFF2-40B4-BE49-F238E27FC236}">
                <a16:creationId xmlns:a16="http://schemas.microsoft.com/office/drawing/2014/main" id="{156CDDFA-6915-29E5-D324-3777DAF32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9359" y="215288"/>
            <a:ext cx="9353006" cy="7200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sv-SE" dirty="0"/>
              <a:t>Klicka här för att ändra mall</a:t>
            </a:r>
          </a:p>
        </p:txBody>
      </p:sp>
    </p:spTree>
    <p:extLst>
      <p:ext uri="{BB962C8B-B14F-4D97-AF65-F5344CB8AC3E}">
        <p14:creationId xmlns:p14="http://schemas.microsoft.com/office/powerpoint/2010/main" val="3978133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spalt, beige">
    <p:bg>
      <p:bgPr>
        <a:solidFill>
          <a:srgbClr val="F7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D5A6E465-C25D-A7A3-7EF2-615E62A92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7D24E2-704C-4D37-BA3F-3A87B7C16133}" type="datetimeFigureOut">
              <a:rPr lang="sv-SE" smtClean="0"/>
              <a:pPr/>
              <a:t>2026-06-17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45DC0A25-9534-A193-D576-70049C634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D8DE994E-6983-C5FA-24CC-9E1F3B1D3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88021E2-E97B-4976-AF53-1A9B1E45C5FA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9" name="Platshållare för text 16">
            <a:extLst>
              <a:ext uri="{FF2B5EF4-FFF2-40B4-BE49-F238E27FC236}">
                <a16:creationId xmlns:a16="http://schemas.microsoft.com/office/drawing/2014/main" id="{407D211A-BEED-C682-89FF-F86454D0EB4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838994" y="6559972"/>
            <a:ext cx="9353006" cy="298028"/>
          </a:xfrm>
        </p:spPr>
        <p:txBody>
          <a:bodyPr anchor="b">
            <a:noAutofit/>
          </a:bodyPr>
          <a:lstStyle>
            <a:lvl1pPr marL="0" indent="0" algn="r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  <a:lvl2pPr>
              <a:defRPr sz="2000"/>
            </a:lvl2pPr>
            <a:lvl4pPr>
              <a:defRPr sz="2000"/>
            </a:lvl4pPr>
            <a:lvl5pPr>
              <a:defRPr sz="2000"/>
            </a:lvl5pPr>
            <a:lvl6pPr>
              <a:defRPr sz="2000">
                <a:solidFill>
                  <a:schemeClr val="tx2"/>
                </a:solidFill>
              </a:defRPr>
            </a:lvl6pPr>
            <a:lvl7pPr>
              <a:defRPr sz="2000">
                <a:solidFill>
                  <a:schemeClr val="tx2"/>
                </a:solidFill>
              </a:defRPr>
            </a:lvl7pPr>
            <a:lvl8pPr>
              <a:defRPr sz="2000">
                <a:solidFill>
                  <a:schemeClr val="tx2"/>
                </a:solidFill>
              </a:defRPr>
            </a:lvl8pPr>
            <a:lvl9pPr>
              <a:defRPr sz="2000">
                <a:solidFill>
                  <a:schemeClr val="tx2"/>
                </a:solidFill>
              </a:defRPr>
            </a:lvl9pPr>
          </a:lstStyle>
          <a:p>
            <a:pPr lvl="0"/>
            <a:r>
              <a:rPr lang="sv-SE"/>
              <a:t>Källa: </a:t>
            </a:r>
          </a:p>
        </p:txBody>
      </p:sp>
      <p:sp>
        <p:nvSpPr>
          <p:cNvPr id="8" name="Platshållare för innehåll 14">
            <a:extLst>
              <a:ext uri="{FF2B5EF4-FFF2-40B4-BE49-F238E27FC236}">
                <a16:creationId xmlns:a16="http://schemas.microsoft.com/office/drawing/2014/main" id="{42044A29-E24A-C217-18A1-8118C448DA30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74468" y="1544107"/>
            <a:ext cx="11443061" cy="464714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400">
                <a:solidFill>
                  <a:schemeClr val="tx1"/>
                </a:solidFill>
              </a:defRPr>
            </a:lvl4pPr>
            <a:lvl5pPr>
              <a:defRPr sz="2400">
                <a:solidFill>
                  <a:schemeClr val="tx1"/>
                </a:solidFill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sv-SE"/>
              <a:t>Infoga tabell eller diagram</a:t>
            </a:r>
          </a:p>
        </p:txBody>
      </p:sp>
      <p:sp>
        <p:nvSpPr>
          <p:cNvPr id="10" name="Platshållare för text 12">
            <a:extLst>
              <a:ext uri="{FF2B5EF4-FFF2-40B4-BE49-F238E27FC236}">
                <a16:creationId xmlns:a16="http://schemas.microsoft.com/office/drawing/2014/main" id="{09AD46F6-E3C0-BF93-3688-C2BE8854272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99361" y="975360"/>
            <a:ext cx="9353006" cy="3651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sv-SE"/>
              <a:t>Underrubrik</a:t>
            </a:r>
          </a:p>
        </p:txBody>
      </p:sp>
      <p:sp>
        <p:nvSpPr>
          <p:cNvPr id="11" name="Rubrik 9">
            <a:extLst>
              <a:ext uri="{FF2B5EF4-FFF2-40B4-BE49-F238E27FC236}">
                <a16:creationId xmlns:a16="http://schemas.microsoft.com/office/drawing/2014/main" id="{A8FFA98E-FF21-D3E3-0838-4F4D93FEC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9359" y="215288"/>
            <a:ext cx="9353006" cy="72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sv-SE" dirty="0"/>
              <a:t>Klicka här för att ändra mall</a:t>
            </a:r>
          </a:p>
        </p:txBody>
      </p:sp>
    </p:spTree>
    <p:extLst>
      <p:ext uri="{BB962C8B-B14F-4D97-AF65-F5344CB8AC3E}">
        <p14:creationId xmlns:p14="http://schemas.microsoft.com/office/powerpoint/2010/main" val="280222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spalt, gråvit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D5A6E465-C25D-A7A3-7EF2-615E62A92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7D24E2-704C-4D37-BA3F-3A87B7C16133}" type="datetimeFigureOut">
              <a:rPr lang="sv-SE" smtClean="0"/>
              <a:pPr/>
              <a:t>2026-06-17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45DC0A25-9534-A193-D576-70049C634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D8DE994E-6983-C5FA-24CC-9E1F3B1D3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88021E2-E97B-4976-AF53-1A9B1E45C5FA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7" name="Platshållare för text 16">
            <a:extLst>
              <a:ext uri="{FF2B5EF4-FFF2-40B4-BE49-F238E27FC236}">
                <a16:creationId xmlns:a16="http://schemas.microsoft.com/office/drawing/2014/main" id="{2C3F20CF-F400-0DF0-10FA-5381BD22FDB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838994" y="6559972"/>
            <a:ext cx="9353006" cy="298028"/>
          </a:xfrm>
        </p:spPr>
        <p:txBody>
          <a:bodyPr anchor="b">
            <a:noAutofit/>
          </a:bodyPr>
          <a:lstStyle>
            <a:lvl1pPr marL="0" indent="0" algn="r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  <a:lvl2pPr>
              <a:defRPr sz="2000"/>
            </a:lvl2pPr>
            <a:lvl4pPr>
              <a:defRPr sz="2000"/>
            </a:lvl4pPr>
            <a:lvl5pPr>
              <a:defRPr sz="2000"/>
            </a:lvl5pPr>
            <a:lvl6pPr>
              <a:defRPr sz="2000">
                <a:solidFill>
                  <a:schemeClr val="tx2"/>
                </a:solidFill>
              </a:defRPr>
            </a:lvl6pPr>
            <a:lvl7pPr>
              <a:defRPr sz="2000">
                <a:solidFill>
                  <a:schemeClr val="tx2"/>
                </a:solidFill>
              </a:defRPr>
            </a:lvl7pPr>
            <a:lvl8pPr>
              <a:defRPr sz="2000">
                <a:solidFill>
                  <a:schemeClr val="tx2"/>
                </a:solidFill>
              </a:defRPr>
            </a:lvl8pPr>
            <a:lvl9pPr>
              <a:defRPr sz="2000">
                <a:solidFill>
                  <a:schemeClr val="tx2"/>
                </a:solidFill>
              </a:defRPr>
            </a:lvl9pPr>
          </a:lstStyle>
          <a:p>
            <a:pPr lvl="0"/>
            <a:r>
              <a:rPr lang="sv-SE"/>
              <a:t>Källa: </a:t>
            </a:r>
          </a:p>
        </p:txBody>
      </p:sp>
      <p:sp>
        <p:nvSpPr>
          <p:cNvPr id="3" name="Platshållare för innehåll 14">
            <a:extLst>
              <a:ext uri="{FF2B5EF4-FFF2-40B4-BE49-F238E27FC236}">
                <a16:creationId xmlns:a16="http://schemas.microsoft.com/office/drawing/2014/main" id="{AA760DEC-7E5A-A5BE-EE8A-23F6C6529072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74468" y="1544107"/>
            <a:ext cx="11443061" cy="464714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400">
                <a:solidFill>
                  <a:schemeClr val="tx1"/>
                </a:solidFill>
              </a:defRPr>
            </a:lvl4pPr>
            <a:lvl5pPr>
              <a:defRPr sz="2400">
                <a:solidFill>
                  <a:schemeClr val="tx1"/>
                </a:solidFill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sv-SE"/>
              <a:t>Infoga tabell eller diagram</a:t>
            </a:r>
          </a:p>
        </p:txBody>
      </p:sp>
      <p:sp>
        <p:nvSpPr>
          <p:cNvPr id="8" name="Platshållare för text 12">
            <a:extLst>
              <a:ext uri="{FF2B5EF4-FFF2-40B4-BE49-F238E27FC236}">
                <a16:creationId xmlns:a16="http://schemas.microsoft.com/office/drawing/2014/main" id="{F56FEE9A-6EBF-EEE9-F34C-2FE8E8C552E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99361" y="975360"/>
            <a:ext cx="9353006" cy="3651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sv-SE"/>
              <a:t>Underrubrik</a:t>
            </a:r>
          </a:p>
        </p:txBody>
      </p:sp>
      <p:sp>
        <p:nvSpPr>
          <p:cNvPr id="9" name="Rubrik 9">
            <a:extLst>
              <a:ext uri="{FF2B5EF4-FFF2-40B4-BE49-F238E27FC236}">
                <a16:creationId xmlns:a16="http://schemas.microsoft.com/office/drawing/2014/main" id="{252991A3-CD12-C1C5-6403-4DB674ACE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9359" y="215288"/>
            <a:ext cx="9353006" cy="72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sv-SE" dirty="0"/>
              <a:t>Klicka här för att ändra mall</a:t>
            </a:r>
          </a:p>
        </p:txBody>
      </p:sp>
    </p:spTree>
    <p:extLst>
      <p:ext uri="{BB962C8B-B14F-4D97-AF65-F5344CB8AC3E}">
        <p14:creationId xmlns:p14="http://schemas.microsoft.com/office/powerpoint/2010/main" val="28158869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spalt, vi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D5A6E465-C25D-A7A3-7EF2-615E62A92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7D24E2-704C-4D37-BA3F-3A87B7C16133}" type="datetimeFigureOut">
              <a:rPr lang="sv-SE" smtClean="0"/>
              <a:pPr/>
              <a:t>2026-06-17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45DC0A25-9534-A193-D576-70049C634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D8DE994E-6983-C5FA-24CC-9E1F3B1D3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88021E2-E97B-4976-AF53-1A9B1E45C5FA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7" name="Platshållare för text 16">
            <a:extLst>
              <a:ext uri="{FF2B5EF4-FFF2-40B4-BE49-F238E27FC236}">
                <a16:creationId xmlns:a16="http://schemas.microsoft.com/office/drawing/2014/main" id="{9285A87D-765C-4362-1D6D-65581BBB2B2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838994" y="6559972"/>
            <a:ext cx="9353006" cy="298028"/>
          </a:xfrm>
        </p:spPr>
        <p:txBody>
          <a:bodyPr anchor="b">
            <a:noAutofit/>
          </a:bodyPr>
          <a:lstStyle>
            <a:lvl1pPr marL="0" indent="0" algn="r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  <a:lvl2pPr>
              <a:defRPr sz="2000"/>
            </a:lvl2pPr>
            <a:lvl4pPr>
              <a:defRPr sz="2000"/>
            </a:lvl4pPr>
            <a:lvl5pPr>
              <a:defRPr sz="2000"/>
            </a:lvl5pPr>
            <a:lvl6pPr>
              <a:defRPr sz="2000">
                <a:solidFill>
                  <a:schemeClr val="tx2"/>
                </a:solidFill>
              </a:defRPr>
            </a:lvl6pPr>
            <a:lvl7pPr>
              <a:defRPr sz="2000">
                <a:solidFill>
                  <a:schemeClr val="tx2"/>
                </a:solidFill>
              </a:defRPr>
            </a:lvl7pPr>
            <a:lvl8pPr>
              <a:defRPr sz="2000">
                <a:solidFill>
                  <a:schemeClr val="tx2"/>
                </a:solidFill>
              </a:defRPr>
            </a:lvl8pPr>
            <a:lvl9pPr>
              <a:defRPr sz="2000">
                <a:solidFill>
                  <a:schemeClr val="tx2"/>
                </a:solidFill>
              </a:defRPr>
            </a:lvl9pPr>
          </a:lstStyle>
          <a:p>
            <a:pPr lvl="0"/>
            <a:r>
              <a:rPr lang="sv-SE"/>
              <a:t>Källa: </a:t>
            </a:r>
          </a:p>
        </p:txBody>
      </p:sp>
      <p:sp>
        <p:nvSpPr>
          <p:cNvPr id="3" name="Platshållare för innehåll 14">
            <a:extLst>
              <a:ext uri="{FF2B5EF4-FFF2-40B4-BE49-F238E27FC236}">
                <a16:creationId xmlns:a16="http://schemas.microsoft.com/office/drawing/2014/main" id="{56A02964-F2AB-DB09-A3CC-C7FBAB6AFB8D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74468" y="1544107"/>
            <a:ext cx="11443061" cy="464714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400">
                <a:solidFill>
                  <a:schemeClr val="tx1"/>
                </a:solidFill>
              </a:defRPr>
            </a:lvl4pPr>
            <a:lvl5pPr>
              <a:defRPr sz="2400">
                <a:solidFill>
                  <a:schemeClr val="tx1"/>
                </a:solidFill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sv-SE"/>
              <a:t>Infoga tabell eller diagram</a:t>
            </a:r>
          </a:p>
        </p:txBody>
      </p:sp>
      <p:sp>
        <p:nvSpPr>
          <p:cNvPr id="8" name="Platshållare för text 12">
            <a:extLst>
              <a:ext uri="{FF2B5EF4-FFF2-40B4-BE49-F238E27FC236}">
                <a16:creationId xmlns:a16="http://schemas.microsoft.com/office/drawing/2014/main" id="{B17BD8E6-50E3-0070-2E60-676C32E61C0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99361" y="975360"/>
            <a:ext cx="9353006" cy="3651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sv-SE"/>
              <a:t>Underrubrik</a:t>
            </a:r>
          </a:p>
        </p:txBody>
      </p:sp>
      <p:sp>
        <p:nvSpPr>
          <p:cNvPr id="9" name="Rubrik 9">
            <a:extLst>
              <a:ext uri="{FF2B5EF4-FFF2-40B4-BE49-F238E27FC236}">
                <a16:creationId xmlns:a16="http://schemas.microsoft.com/office/drawing/2014/main" id="{9F693723-371A-D20E-FE92-92FD23B96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9359" y="215288"/>
            <a:ext cx="9353006" cy="72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sv-SE" dirty="0"/>
              <a:t>Klicka här för att ändra mall</a:t>
            </a:r>
          </a:p>
        </p:txBody>
      </p:sp>
    </p:spTree>
    <p:extLst>
      <p:ext uri="{BB962C8B-B14F-4D97-AF65-F5344CB8AC3E}">
        <p14:creationId xmlns:p14="http://schemas.microsoft.com/office/powerpoint/2010/main" val="40805595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vå spalter, förklarande text, beige">
    <p:bg>
      <p:bgPr>
        <a:solidFill>
          <a:srgbClr val="F7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D5A6E465-C25D-A7A3-7EF2-615E62A92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7D24E2-704C-4D37-BA3F-3A87B7C16133}" type="datetimeFigureOut">
              <a:rPr lang="sv-SE" smtClean="0"/>
              <a:pPr/>
              <a:t>2026-06-17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45DC0A25-9534-A193-D576-70049C634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D8DE994E-6983-C5FA-24CC-9E1F3B1D3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88021E2-E97B-4976-AF53-1A9B1E45C5FA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10" name="Platshållare för text 16">
            <a:extLst>
              <a:ext uri="{FF2B5EF4-FFF2-40B4-BE49-F238E27FC236}">
                <a16:creationId xmlns:a16="http://schemas.microsoft.com/office/drawing/2014/main" id="{EB755588-EABD-0B04-3B45-B0A05D359A7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38994" y="6559972"/>
            <a:ext cx="9353006" cy="298028"/>
          </a:xfrm>
        </p:spPr>
        <p:txBody>
          <a:bodyPr anchor="b">
            <a:noAutofit/>
          </a:bodyPr>
          <a:lstStyle>
            <a:lvl1pPr marL="0" indent="0" algn="r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  <a:lvl2pPr>
              <a:defRPr sz="2000"/>
            </a:lvl2pPr>
            <a:lvl4pPr>
              <a:defRPr sz="2000"/>
            </a:lvl4pPr>
            <a:lvl5pPr>
              <a:defRPr sz="2000"/>
            </a:lvl5pPr>
            <a:lvl6pPr>
              <a:defRPr sz="2000">
                <a:solidFill>
                  <a:schemeClr val="tx2"/>
                </a:solidFill>
              </a:defRPr>
            </a:lvl6pPr>
            <a:lvl7pPr>
              <a:defRPr sz="2000">
                <a:solidFill>
                  <a:schemeClr val="tx2"/>
                </a:solidFill>
              </a:defRPr>
            </a:lvl7pPr>
            <a:lvl8pPr>
              <a:defRPr sz="2000">
                <a:solidFill>
                  <a:schemeClr val="tx2"/>
                </a:solidFill>
              </a:defRPr>
            </a:lvl8pPr>
            <a:lvl9pPr>
              <a:defRPr sz="2000">
                <a:solidFill>
                  <a:schemeClr val="tx2"/>
                </a:solidFill>
              </a:defRPr>
            </a:lvl9pPr>
          </a:lstStyle>
          <a:p>
            <a:pPr lvl="0"/>
            <a:r>
              <a:rPr lang="sv-SE"/>
              <a:t>Källa: </a:t>
            </a:r>
          </a:p>
        </p:txBody>
      </p:sp>
      <p:sp>
        <p:nvSpPr>
          <p:cNvPr id="9" name="Platshållare för innehåll 14">
            <a:extLst>
              <a:ext uri="{FF2B5EF4-FFF2-40B4-BE49-F238E27FC236}">
                <a16:creationId xmlns:a16="http://schemas.microsoft.com/office/drawing/2014/main" id="{33F20627-B2DD-26D2-5B80-42B495737180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339840" y="2417380"/>
            <a:ext cx="5477691" cy="377387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400">
                <a:solidFill>
                  <a:schemeClr val="tx1"/>
                </a:solidFill>
              </a:defRPr>
            </a:lvl4pPr>
            <a:lvl5pPr>
              <a:defRPr sz="2400">
                <a:solidFill>
                  <a:schemeClr val="tx1"/>
                </a:solidFill>
              </a:defRPr>
            </a:lvl5pPr>
            <a:lvl6pPr>
              <a:defRPr sz="2400">
                <a:solidFill>
                  <a:schemeClr val="tx1"/>
                </a:solidFill>
              </a:defRPr>
            </a:lvl6pPr>
            <a:lvl7pPr>
              <a:defRPr sz="2400">
                <a:solidFill>
                  <a:schemeClr val="tx1"/>
                </a:solidFill>
              </a:defRPr>
            </a:lvl7pPr>
            <a:lvl8pPr>
              <a:defRPr sz="2400">
                <a:solidFill>
                  <a:schemeClr val="tx1"/>
                </a:solidFill>
              </a:defRPr>
            </a:lvl8pPr>
            <a:lvl9pPr>
              <a:defRPr sz="2400">
                <a:solidFill>
                  <a:schemeClr val="tx1"/>
                </a:solidFill>
              </a:defRPr>
            </a:lvl9pPr>
          </a:lstStyle>
          <a:p>
            <a:pPr lvl="0"/>
            <a:r>
              <a:rPr lang="sv-SE"/>
              <a:t>Infoga tabell eller diagram</a:t>
            </a:r>
          </a:p>
        </p:txBody>
      </p:sp>
      <p:sp>
        <p:nvSpPr>
          <p:cNvPr id="13" name="Platshållare för text 16">
            <a:extLst>
              <a:ext uri="{FF2B5EF4-FFF2-40B4-BE49-F238E27FC236}">
                <a16:creationId xmlns:a16="http://schemas.microsoft.com/office/drawing/2014/main" id="{63F6457B-3BB6-2958-7BE6-FBAA299AE9C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39840" y="1544108"/>
            <a:ext cx="5477691" cy="77923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</a:lstStyle>
          <a:p>
            <a:pPr lvl="0"/>
            <a:r>
              <a:rPr lang="sv-SE"/>
              <a:t>Förklarande text till tabell eller diagram.</a:t>
            </a:r>
          </a:p>
        </p:txBody>
      </p:sp>
      <p:sp>
        <p:nvSpPr>
          <p:cNvPr id="14" name="Platshållare för innehåll 14">
            <a:extLst>
              <a:ext uri="{FF2B5EF4-FFF2-40B4-BE49-F238E27FC236}">
                <a16:creationId xmlns:a16="http://schemas.microsoft.com/office/drawing/2014/main" id="{FB68B64F-6B25-11C0-0AF5-1C92F97272C1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74470" y="2417380"/>
            <a:ext cx="5477691" cy="377387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400">
                <a:solidFill>
                  <a:schemeClr val="tx1"/>
                </a:solidFill>
              </a:defRPr>
            </a:lvl4pPr>
            <a:lvl5pPr>
              <a:defRPr sz="2400">
                <a:solidFill>
                  <a:schemeClr val="tx1"/>
                </a:solidFill>
              </a:defRPr>
            </a:lvl5pPr>
            <a:lvl6pPr>
              <a:defRPr sz="2400">
                <a:solidFill>
                  <a:schemeClr val="tx1"/>
                </a:solidFill>
              </a:defRPr>
            </a:lvl6pPr>
            <a:lvl7pPr>
              <a:defRPr sz="2400">
                <a:solidFill>
                  <a:schemeClr val="tx1"/>
                </a:solidFill>
              </a:defRPr>
            </a:lvl7pPr>
            <a:lvl8pPr>
              <a:defRPr sz="2400">
                <a:solidFill>
                  <a:schemeClr val="tx1"/>
                </a:solidFill>
              </a:defRPr>
            </a:lvl8pPr>
            <a:lvl9pPr>
              <a:defRPr sz="2400">
                <a:solidFill>
                  <a:schemeClr val="tx1"/>
                </a:solidFill>
              </a:defRPr>
            </a:lvl9pPr>
          </a:lstStyle>
          <a:p>
            <a:pPr lvl="0"/>
            <a:r>
              <a:rPr lang="sv-SE"/>
              <a:t>Infoga tabell eller diagram</a:t>
            </a:r>
          </a:p>
        </p:txBody>
      </p:sp>
      <p:sp>
        <p:nvSpPr>
          <p:cNvPr id="15" name="Platshållare för text 16">
            <a:extLst>
              <a:ext uri="{FF2B5EF4-FFF2-40B4-BE49-F238E27FC236}">
                <a16:creationId xmlns:a16="http://schemas.microsoft.com/office/drawing/2014/main" id="{E3FC5C86-9A8F-F419-1C97-F0CB4D2F34F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4470" y="1544108"/>
            <a:ext cx="5477691" cy="77923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</a:lstStyle>
          <a:p>
            <a:pPr lvl="0"/>
            <a:r>
              <a:rPr lang="sv-SE"/>
              <a:t>Förklarande text till tabell eller diagram.</a:t>
            </a:r>
          </a:p>
        </p:txBody>
      </p:sp>
      <p:sp>
        <p:nvSpPr>
          <p:cNvPr id="16" name="Platshållare för text 12">
            <a:extLst>
              <a:ext uri="{FF2B5EF4-FFF2-40B4-BE49-F238E27FC236}">
                <a16:creationId xmlns:a16="http://schemas.microsoft.com/office/drawing/2014/main" id="{8FE36615-A575-B947-B183-C010AF6018B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99361" y="975360"/>
            <a:ext cx="9353006" cy="3651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sv-SE"/>
              <a:t>Underrubrik</a:t>
            </a:r>
          </a:p>
        </p:txBody>
      </p:sp>
      <p:sp>
        <p:nvSpPr>
          <p:cNvPr id="17" name="Rubrik 9">
            <a:extLst>
              <a:ext uri="{FF2B5EF4-FFF2-40B4-BE49-F238E27FC236}">
                <a16:creationId xmlns:a16="http://schemas.microsoft.com/office/drawing/2014/main" id="{D1AF9BAE-3A08-5AB3-A1AC-15DB5EFF5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9359" y="215288"/>
            <a:ext cx="9353006" cy="72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sv-SE" dirty="0"/>
              <a:t>Klicka här för att ändra mall </a:t>
            </a:r>
          </a:p>
        </p:txBody>
      </p:sp>
    </p:spTree>
    <p:extLst>
      <p:ext uri="{BB962C8B-B14F-4D97-AF65-F5344CB8AC3E}">
        <p14:creationId xmlns:p14="http://schemas.microsoft.com/office/powerpoint/2010/main" val="22825646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vå spalter, förklarande text, rosa">
    <p:bg>
      <p:bgPr>
        <a:solidFill>
          <a:srgbClr val="FFEB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D5A6E465-C25D-A7A3-7EF2-615E62A92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7D24E2-704C-4D37-BA3F-3A87B7C16133}" type="datetimeFigureOut">
              <a:rPr lang="sv-SE" smtClean="0"/>
              <a:pPr/>
              <a:t>2026-06-17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45DC0A25-9534-A193-D576-70049C634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D8DE994E-6983-C5FA-24CC-9E1F3B1D3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88021E2-E97B-4976-AF53-1A9B1E45C5FA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8" name="Platshållare för text 16">
            <a:extLst>
              <a:ext uri="{FF2B5EF4-FFF2-40B4-BE49-F238E27FC236}">
                <a16:creationId xmlns:a16="http://schemas.microsoft.com/office/drawing/2014/main" id="{44EB9DC2-E1D8-9DD6-37D6-BB2E8358084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38994" y="6559972"/>
            <a:ext cx="9353006" cy="298028"/>
          </a:xfrm>
        </p:spPr>
        <p:txBody>
          <a:bodyPr anchor="b">
            <a:noAutofit/>
          </a:bodyPr>
          <a:lstStyle>
            <a:lvl1pPr marL="0" indent="0" algn="r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  <a:lvl2pPr>
              <a:defRPr sz="2000"/>
            </a:lvl2pPr>
            <a:lvl4pPr>
              <a:defRPr sz="2000"/>
            </a:lvl4pPr>
            <a:lvl5pPr>
              <a:defRPr sz="2000"/>
            </a:lvl5pPr>
            <a:lvl6pPr>
              <a:defRPr sz="2000">
                <a:solidFill>
                  <a:schemeClr val="tx2"/>
                </a:solidFill>
              </a:defRPr>
            </a:lvl6pPr>
            <a:lvl7pPr>
              <a:defRPr sz="2000">
                <a:solidFill>
                  <a:schemeClr val="tx2"/>
                </a:solidFill>
              </a:defRPr>
            </a:lvl7pPr>
            <a:lvl8pPr>
              <a:defRPr sz="2000">
                <a:solidFill>
                  <a:schemeClr val="tx2"/>
                </a:solidFill>
              </a:defRPr>
            </a:lvl8pPr>
            <a:lvl9pPr>
              <a:defRPr sz="2000">
                <a:solidFill>
                  <a:schemeClr val="tx2"/>
                </a:solidFill>
              </a:defRPr>
            </a:lvl9pPr>
          </a:lstStyle>
          <a:p>
            <a:pPr lvl="0"/>
            <a:r>
              <a:rPr lang="sv-SE"/>
              <a:t>Källa: </a:t>
            </a:r>
          </a:p>
        </p:txBody>
      </p:sp>
      <p:sp>
        <p:nvSpPr>
          <p:cNvPr id="7" name="Platshållare för innehåll 14">
            <a:extLst>
              <a:ext uri="{FF2B5EF4-FFF2-40B4-BE49-F238E27FC236}">
                <a16:creationId xmlns:a16="http://schemas.microsoft.com/office/drawing/2014/main" id="{64BD54BE-490A-C358-7E67-36C5B4E24A2A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339840" y="2417380"/>
            <a:ext cx="5477691" cy="377387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tx2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400">
                <a:solidFill>
                  <a:schemeClr val="tx1"/>
                </a:solidFill>
              </a:defRPr>
            </a:lvl4pPr>
            <a:lvl5pPr>
              <a:defRPr sz="2400">
                <a:solidFill>
                  <a:schemeClr val="tx1"/>
                </a:solidFill>
              </a:defRPr>
            </a:lvl5pPr>
            <a:lvl6pPr>
              <a:defRPr sz="2400">
                <a:solidFill>
                  <a:schemeClr val="tx1"/>
                </a:solidFill>
              </a:defRPr>
            </a:lvl6pPr>
            <a:lvl7pPr>
              <a:defRPr sz="2400">
                <a:solidFill>
                  <a:schemeClr val="tx1"/>
                </a:solidFill>
              </a:defRPr>
            </a:lvl7pPr>
            <a:lvl8pPr>
              <a:defRPr sz="2400">
                <a:solidFill>
                  <a:schemeClr val="tx1"/>
                </a:solidFill>
              </a:defRPr>
            </a:lvl8pPr>
            <a:lvl9pPr>
              <a:defRPr sz="2400">
                <a:solidFill>
                  <a:schemeClr val="tx1"/>
                </a:solidFill>
              </a:defRPr>
            </a:lvl9pPr>
          </a:lstStyle>
          <a:p>
            <a:pPr lvl="0"/>
            <a:r>
              <a:rPr lang="sv-SE"/>
              <a:t>Infoga tabell eller diagram</a:t>
            </a:r>
          </a:p>
        </p:txBody>
      </p:sp>
      <p:sp>
        <p:nvSpPr>
          <p:cNvPr id="9" name="Platshållare för text 16">
            <a:extLst>
              <a:ext uri="{FF2B5EF4-FFF2-40B4-BE49-F238E27FC236}">
                <a16:creationId xmlns:a16="http://schemas.microsoft.com/office/drawing/2014/main" id="{D59B1BD0-6366-F51A-E2E7-6C73E66FE5D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39840" y="1544108"/>
            <a:ext cx="5477691" cy="77923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</a:lstStyle>
          <a:p>
            <a:pPr lvl="0"/>
            <a:r>
              <a:rPr lang="sv-SE"/>
              <a:t>Förklarande text till tabell eller diagram.</a:t>
            </a:r>
          </a:p>
        </p:txBody>
      </p:sp>
      <p:sp>
        <p:nvSpPr>
          <p:cNvPr id="11" name="Platshållare för innehåll 14">
            <a:extLst>
              <a:ext uri="{FF2B5EF4-FFF2-40B4-BE49-F238E27FC236}">
                <a16:creationId xmlns:a16="http://schemas.microsoft.com/office/drawing/2014/main" id="{8F23E195-F158-034A-F0B9-2E14A4E9C7AE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74470" y="2417380"/>
            <a:ext cx="5477691" cy="377387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tx2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400">
                <a:solidFill>
                  <a:schemeClr val="tx1"/>
                </a:solidFill>
              </a:defRPr>
            </a:lvl4pPr>
            <a:lvl5pPr>
              <a:defRPr sz="2400">
                <a:solidFill>
                  <a:schemeClr val="tx1"/>
                </a:solidFill>
              </a:defRPr>
            </a:lvl5pPr>
            <a:lvl6pPr>
              <a:defRPr sz="2400">
                <a:solidFill>
                  <a:schemeClr val="tx1"/>
                </a:solidFill>
              </a:defRPr>
            </a:lvl6pPr>
            <a:lvl7pPr>
              <a:defRPr sz="2400">
                <a:solidFill>
                  <a:schemeClr val="tx1"/>
                </a:solidFill>
              </a:defRPr>
            </a:lvl7pPr>
            <a:lvl8pPr>
              <a:defRPr sz="2400">
                <a:solidFill>
                  <a:schemeClr val="tx1"/>
                </a:solidFill>
              </a:defRPr>
            </a:lvl8pPr>
            <a:lvl9pPr>
              <a:defRPr sz="2400">
                <a:solidFill>
                  <a:schemeClr val="tx1"/>
                </a:solidFill>
              </a:defRPr>
            </a:lvl9pPr>
          </a:lstStyle>
          <a:p>
            <a:pPr lvl="0"/>
            <a:r>
              <a:rPr lang="sv-SE"/>
              <a:t>Infoga tabell eller diagram</a:t>
            </a:r>
          </a:p>
        </p:txBody>
      </p:sp>
      <p:sp>
        <p:nvSpPr>
          <p:cNvPr id="12" name="Platshållare för text 16">
            <a:extLst>
              <a:ext uri="{FF2B5EF4-FFF2-40B4-BE49-F238E27FC236}">
                <a16:creationId xmlns:a16="http://schemas.microsoft.com/office/drawing/2014/main" id="{2DE0F114-3D68-2C45-7ACA-A1D96B2EB59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4470" y="1544108"/>
            <a:ext cx="5477691" cy="77923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</a:lstStyle>
          <a:p>
            <a:pPr lvl="0"/>
            <a:r>
              <a:rPr lang="sv-SE"/>
              <a:t>Förklarande text till tabell eller diagram.</a:t>
            </a:r>
          </a:p>
        </p:txBody>
      </p:sp>
      <p:sp>
        <p:nvSpPr>
          <p:cNvPr id="16" name="Platshållare för text 12">
            <a:extLst>
              <a:ext uri="{FF2B5EF4-FFF2-40B4-BE49-F238E27FC236}">
                <a16:creationId xmlns:a16="http://schemas.microsoft.com/office/drawing/2014/main" id="{E83B3D8E-BA19-84CA-C931-27E56D38E64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99361" y="975360"/>
            <a:ext cx="9353006" cy="3651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</a:lstStyle>
          <a:p>
            <a:pPr lvl="0"/>
            <a:r>
              <a:rPr lang="sv-SE"/>
              <a:t>Underrubrik</a:t>
            </a:r>
          </a:p>
        </p:txBody>
      </p:sp>
      <p:sp>
        <p:nvSpPr>
          <p:cNvPr id="17" name="Rubrik 9">
            <a:extLst>
              <a:ext uri="{FF2B5EF4-FFF2-40B4-BE49-F238E27FC236}">
                <a16:creationId xmlns:a16="http://schemas.microsoft.com/office/drawing/2014/main" id="{992EE9FF-C973-CC24-10E3-CFD53AAF9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9359" y="215288"/>
            <a:ext cx="9353006" cy="720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sv-SE" dirty="0"/>
              <a:t>Klicka här för att ändra mall </a:t>
            </a:r>
          </a:p>
        </p:txBody>
      </p:sp>
    </p:spTree>
    <p:extLst>
      <p:ext uri="{BB962C8B-B14F-4D97-AF65-F5344CB8AC3E}">
        <p14:creationId xmlns:p14="http://schemas.microsoft.com/office/powerpoint/2010/main" val="36830828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vå spalter, förklarande text, grön">
    <p:bg>
      <p:bgPr>
        <a:solidFill>
          <a:srgbClr val="DFEF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D5A6E465-C25D-A7A3-7EF2-615E62A92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8E7D24E2-704C-4D37-BA3F-3A87B7C16133}" type="datetimeFigureOut">
              <a:rPr lang="sv-SE" smtClean="0"/>
              <a:pPr/>
              <a:t>2026-06-17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45DC0A25-9534-A193-D576-70049C634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D8DE994E-6983-C5FA-24CC-9E1F3B1D3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8021E2-E97B-4976-AF53-1A9B1E45C5FA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3" name="Platshållare för text 16">
            <a:extLst>
              <a:ext uri="{FF2B5EF4-FFF2-40B4-BE49-F238E27FC236}">
                <a16:creationId xmlns:a16="http://schemas.microsoft.com/office/drawing/2014/main" id="{19066D7A-FCEB-9E4B-33B0-4671AE2D642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838994" y="6559972"/>
            <a:ext cx="9353006" cy="298028"/>
          </a:xfrm>
        </p:spPr>
        <p:txBody>
          <a:bodyPr anchor="b">
            <a:noAutofit/>
          </a:bodyPr>
          <a:lstStyle>
            <a:lvl1pPr marL="0" indent="0" algn="r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  <a:lvl2pPr>
              <a:defRPr sz="2000"/>
            </a:lvl2pPr>
            <a:lvl4pPr>
              <a:defRPr sz="2000"/>
            </a:lvl4pPr>
            <a:lvl5pPr>
              <a:defRPr sz="2000"/>
            </a:lvl5pPr>
            <a:lvl6pPr>
              <a:defRPr sz="2000">
                <a:solidFill>
                  <a:schemeClr val="tx2"/>
                </a:solidFill>
              </a:defRPr>
            </a:lvl6pPr>
            <a:lvl7pPr>
              <a:defRPr sz="2000">
                <a:solidFill>
                  <a:schemeClr val="tx2"/>
                </a:solidFill>
              </a:defRPr>
            </a:lvl7pPr>
            <a:lvl8pPr>
              <a:defRPr sz="2000">
                <a:solidFill>
                  <a:schemeClr val="tx2"/>
                </a:solidFill>
              </a:defRPr>
            </a:lvl8pPr>
            <a:lvl9pPr>
              <a:defRPr sz="2000">
                <a:solidFill>
                  <a:schemeClr val="tx2"/>
                </a:solidFill>
              </a:defRPr>
            </a:lvl9pPr>
          </a:lstStyle>
          <a:p>
            <a:pPr lvl="0"/>
            <a:r>
              <a:rPr lang="sv-SE"/>
              <a:t>Källa: </a:t>
            </a:r>
          </a:p>
        </p:txBody>
      </p:sp>
      <p:sp>
        <p:nvSpPr>
          <p:cNvPr id="8" name="Platshållare för innehåll 14">
            <a:extLst>
              <a:ext uri="{FF2B5EF4-FFF2-40B4-BE49-F238E27FC236}">
                <a16:creationId xmlns:a16="http://schemas.microsoft.com/office/drawing/2014/main" id="{831897FB-2A00-1C39-969E-B6558E7340F9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6339840" y="2417380"/>
            <a:ext cx="5477691" cy="377387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400">
                <a:solidFill>
                  <a:schemeClr val="tx1"/>
                </a:solidFill>
              </a:defRPr>
            </a:lvl4pPr>
            <a:lvl5pPr>
              <a:defRPr sz="2400">
                <a:solidFill>
                  <a:schemeClr val="tx1"/>
                </a:solidFill>
              </a:defRPr>
            </a:lvl5pPr>
            <a:lvl6pPr>
              <a:defRPr sz="2400">
                <a:solidFill>
                  <a:schemeClr val="tx1"/>
                </a:solidFill>
              </a:defRPr>
            </a:lvl6pPr>
            <a:lvl7pPr>
              <a:defRPr sz="2400">
                <a:solidFill>
                  <a:schemeClr val="tx1"/>
                </a:solidFill>
              </a:defRPr>
            </a:lvl7pPr>
            <a:lvl8pPr>
              <a:defRPr sz="2400">
                <a:solidFill>
                  <a:schemeClr val="tx1"/>
                </a:solidFill>
              </a:defRPr>
            </a:lvl8pPr>
            <a:lvl9pPr>
              <a:defRPr sz="2400">
                <a:solidFill>
                  <a:schemeClr val="tx1"/>
                </a:solidFill>
              </a:defRPr>
            </a:lvl9pPr>
          </a:lstStyle>
          <a:p>
            <a:pPr lvl="0"/>
            <a:r>
              <a:rPr lang="sv-SE"/>
              <a:t>Infoga tabell eller diagram</a:t>
            </a:r>
          </a:p>
        </p:txBody>
      </p:sp>
      <p:sp>
        <p:nvSpPr>
          <p:cNvPr id="10" name="Platshållare för text 16">
            <a:extLst>
              <a:ext uri="{FF2B5EF4-FFF2-40B4-BE49-F238E27FC236}">
                <a16:creationId xmlns:a16="http://schemas.microsoft.com/office/drawing/2014/main" id="{5470D81B-7456-7E6D-9E74-B5B5A9A4421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39840" y="1544108"/>
            <a:ext cx="5477691" cy="77923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accent2"/>
                </a:solidFill>
              </a:defRPr>
            </a:lvl1pPr>
            <a:lvl2pPr>
              <a:defRPr sz="18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</a:lstStyle>
          <a:p>
            <a:pPr lvl="0"/>
            <a:r>
              <a:rPr lang="sv-SE"/>
              <a:t>Förklarande text till tabell eller diagram.</a:t>
            </a:r>
          </a:p>
        </p:txBody>
      </p:sp>
      <p:sp>
        <p:nvSpPr>
          <p:cNvPr id="11" name="Platshållare för innehåll 14">
            <a:extLst>
              <a:ext uri="{FF2B5EF4-FFF2-40B4-BE49-F238E27FC236}">
                <a16:creationId xmlns:a16="http://schemas.microsoft.com/office/drawing/2014/main" id="{F3A56DB9-3FBB-BF4D-217C-247A257D519E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74470" y="2417380"/>
            <a:ext cx="5477691" cy="377387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400">
                <a:solidFill>
                  <a:schemeClr val="tx1"/>
                </a:solidFill>
              </a:defRPr>
            </a:lvl4pPr>
            <a:lvl5pPr>
              <a:defRPr sz="2400">
                <a:solidFill>
                  <a:schemeClr val="tx1"/>
                </a:solidFill>
              </a:defRPr>
            </a:lvl5pPr>
            <a:lvl6pPr>
              <a:defRPr sz="2400">
                <a:solidFill>
                  <a:schemeClr val="tx1"/>
                </a:solidFill>
              </a:defRPr>
            </a:lvl6pPr>
            <a:lvl7pPr>
              <a:defRPr sz="2400">
                <a:solidFill>
                  <a:schemeClr val="tx1"/>
                </a:solidFill>
              </a:defRPr>
            </a:lvl7pPr>
            <a:lvl8pPr>
              <a:defRPr sz="2400">
                <a:solidFill>
                  <a:schemeClr val="tx1"/>
                </a:solidFill>
              </a:defRPr>
            </a:lvl8pPr>
            <a:lvl9pPr>
              <a:defRPr sz="2400">
                <a:solidFill>
                  <a:schemeClr val="tx1"/>
                </a:solidFill>
              </a:defRPr>
            </a:lvl9pPr>
          </a:lstStyle>
          <a:p>
            <a:pPr lvl="0"/>
            <a:r>
              <a:rPr lang="sv-SE"/>
              <a:t>Infoga tabell eller diagram</a:t>
            </a:r>
          </a:p>
        </p:txBody>
      </p:sp>
      <p:sp>
        <p:nvSpPr>
          <p:cNvPr id="12" name="Platshållare för text 16">
            <a:extLst>
              <a:ext uri="{FF2B5EF4-FFF2-40B4-BE49-F238E27FC236}">
                <a16:creationId xmlns:a16="http://schemas.microsoft.com/office/drawing/2014/main" id="{F299545D-678F-8398-3F1C-9CB2F2C2BD6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4470" y="1544108"/>
            <a:ext cx="5477691" cy="77923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accent2"/>
                </a:solidFill>
              </a:defRPr>
            </a:lvl1pPr>
            <a:lvl2pPr>
              <a:defRPr sz="18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</a:lstStyle>
          <a:p>
            <a:pPr lvl="0"/>
            <a:r>
              <a:rPr lang="sv-SE"/>
              <a:t>Förklarande text till tabell eller diagram.</a:t>
            </a:r>
          </a:p>
        </p:txBody>
      </p:sp>
      <p:sp>
        <p:nvSpPr>
          <p:cNvPr id="16" name="Platshållare för text 12">
            <a:extLst>
              <a:ext uri="{FF2B5EF4-FFF2-40B4-BE49-F238E27FC236}">
                <a16:creationId xmlns:a16="http://schemas.microsoft.com/office/drawing/2014/main" id="{49D1744A-38EE-ABC4-E8DF-A7A16BB6A4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99361" y="975360"/>
            <a:ext cx="9353006" cy="3651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accent2"/>
                </a:solidFill>
              </a:defRPr>
            </a:lvl1pPr>
          </a:lstStyle>
          <a:p>
            <a:pPr lvl="0"/>
            <a:r>
              <a:rPr lang="sv-SE"/>
              <a:t>Underrubrik</a:t>
            </a:r>
          </a:p>
        </p:txBody>
      </p:sp>
      <p:sp>
        <p:nvSpPr>
          <p:cNvPr id="17" name="Rubrik 9">
            <a:extLst>
              <a:ext uri="{FF2B5EF4-FFF2-40B4-BE49-F238E27FC236}">
                <a16:creationId xmlns:a16="http://schemas.microsoft.com/office/drawing/2014/main" id="{E3FDD4F1-5D9E-7BFA-9C45-9E000B0FA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9359" y="215288"/>
            <a:ext cx="9353006" cy="7200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sv-SE" dirty="0"/>
              <a:t>Klicka här för att ändra mall </a:t>
            </a:r>
          </a:p>
        </p:txBody>
      </p:sp>
    </p:spTree>
    <p:extLst>
      <p:ext uri="{BB962C8B-B14F-4D97-AF65-F5344CB8AC3E}">
        <p14:creationId xmlns:p14="http://schemas.microsoft.com/office/powerpoint/2010/main" val="15190972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vå spalter, förklarande text, gråvit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D5A6E465-C25D-A7A3-7EF2-615E62A92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7D24E2-704C-4D37-BA3F-3A87B7C16133}" type="datetimeFigureOut">
              <a:rPr lang="sv-SE" smtClean="0"/>
              <a:pPr/>
              <a:t>2026-06-17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45DC0A25-9534-A193-D576-70049C634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D8DE994E-6983-C5FA-24CC-9E1F3B1D3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88021E2-E97B-4976-AF53-1A9B1E45C5FA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2" name="Platshållare för text 16">
            <a:extLst>
              <a:ext uri="{FF2B5EF4-FFF2-40B4-BE49-F238E27FC236}">
                <a16:creationId xmlns:a16="http://schemas.microsoft.com/office/drawing/2014/main" id="{0AF3211D-34FD-8CDE-75C2-EE5A17588FC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838994" y="6559972"/>
            <a:ext cx="9353006" cy="298028"/>
          </a:xfrm>
        </p:spPr>
        <p:txBody>
          <a:bodyPr anchor="b">
            <a:noAutofit/>
          </a:bodyPr>
          <a:lstStyle>
            <a:lvl1pPr marL="0" indent="0" algn="r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  <a:lvl2pPr>
              <a:defRPr sz="2000"/>
            </a:lvl2pPr>
            <a:lvl4pPr>
              <a:defRPr sz="2000"/>
            </a:lvl4pPr>
            <a:lvl5pPr>
              <a:defRPr sz="2000"/>
            </a:lvl5pPr>
            <a:lvl6pPr>
              <a:defRPr sz="2000">
                <a:solidFill>
                  <a:schemeClr val="tx2"/>
                </a:solidFill>
              </a:defRPr>
            </a:lvl6pPr>
            <a:lvl7pPr>
              <a:defRPr sz="2000">
                <a:solidFill>
                  <a:schemeClr val="tx2"/>
                </a:solidFill>
              </a:defRPr>
            </a:lvl7pPr>
            <a:lvl8pPr>
              <a:defRPr sz="2000">
                <a:solidFill>
                  <a:schemeClr val="tx2"/>
                </a:solidFill>
              </a:defRPr>
            </a:lvl8pPr>
            <a:lvl9pPr>
              <a:defRPr sz="2000">
                <a:solidFill>
                  <a:schemeClr val="tx2"/>
                </a:solidFill>
              </a:defRPr>
            </a:lvl9pPr>
          </a:lstStyle>
          <a:p>
            <a:pPr lvl="0"/>
            <a:r>
              <a:rPr lang="sv-SE"/>
              <a:t>Källa: </a:t>
            </a:r>
          </a:p>
        </p:txBody>
      </p:sp>
      <p:sp>
        <p:nvSpPr>
          <p:cNvPr id="3" name="Platshållare för innehåll 14">
            <a:extLst>
              <a:ext uri="{FF2B5EF4-FFF2-40B4-BE49-F238E27FC236}">
                <a16:creationId xmlns:a16="http://schemas.microsoft.com/office/drawing/2014/main" id="{4853387E-A830-1553-4C24-41EEAB21D876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6339840" y="2417380"/>
            <a:ext cx="5477691" cy="377387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400">
                <a:solidFill>
                  <a:schemeClr val="tx1"/>
                </a:solidFill>
              </a:defRPr>
            </a:lvl4pPr>
            <a:lvl5pPr>
              <a:defRPr sz="2400">
                <a:solidFill>
                  <a:schemeClr val="tx1"/>
                </a:solidFill>
              </a:defRPr>
            </a:lvl5pPr>
            <a:lvl6pPr>
              <a:defRPr sz="2400">
                <a:solidFill>
                  <a:schemeClr val="tx1"/>
                </a:solidFill>
              </a:defRPr>
            </a:lvl6pPr>
            <a:lvl7pPr>
              <a:defRPr sz="2400">
                <a:solidFill>
                  <a:schemeClr val="tx1"/>
                </a:solidFill>
              </a:defRPr>
            </a:lvl7pPr>
            <a:lvl8pPr>
              <a:defRPr sz="2400">
                <a:solidFill>
                  <a:schemeClr val="tx1"/>
                </a:solidFill>
              </a:defRPr>
            </a:lvl8pPr>
            <a:lvl9pPr>
              <a:defRPr sz="2400">
                <a:solidFill>
                  <a:schemeClr val="tx1"/>
                </a:solidFill>
              </a:defRPr>
            </a:lvl9pPr>
          </a:lstStyle>
          <a:p>
            <a:pPr lvl="0"/>
            <a:r>
              <a:rPr lang="sv-SE"/>
              <a:t>Infoga tabell eller diagram</a:t>
            </a:r>
          </a:p>
        </p:txBody>
      </p:sp>
      <p:sp>
        <p:nvSpPr>
          <p:cNvPr id="7" name="Platshållare för text 16">
            <a:extLst>
              <a:ext uri="{FF2B5EF4-FFF2-40B4-BE49-F238E27FC236}">
                <a16:creationId xmlns:a16="http://schemas.microsoft.com/office/drawing/2014/main" id="{2332F3CC-1ABC-B807-1FD5-5531AA81AE0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39840" y="1544108"/>
            <a:ext cx="5477691" cy="77923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</a:lstStyle>
          <a:p>
            <a:pPr lvl="0"/>
            <a:r>
              <a:rPr lang="sv-SE"/>
              <a:t>Förklarande text till tabell eller diagram.</a:t>
            </a:r>
          </a:p>
        </p:txBody>
      </p:sp>
      <p:sp>
        <p:nvSpPr>
          <p:cNvPr id="8" name="Platshållare för innehåll 14">
            <a:extLst>
              <a:ext uri="{FF2B5EF4-FFF2-40B4-BE49-F238E27FC236}">
                <a16:creationId xmlns:a16="http://schemas.microsoft.com/office/drawing/2014/main" id="{9F18BF55-519B-8460-C010-A753D495A0FC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74470" y="2417380"/>
            <a:ext cx="5477691" cy="377387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400">
                <a:solidFill>
                  <a:schemeClr val="tx1"/>
                </a:solidFill>
              </a:defRPr>
            </a:lvl4pPr>
            <a:lvl5pPr>
              <a:defRPr sz="2400">
                <a:solidFill>
                  <a:schemeClr val="tx1"/>
                </a:solidFill>
              </a:defRPr>
            </a:lvl5pPr>
            <a:lvl6pPr>
              <a:defRPr sz="2400">
                <a:solidFill>
                  <a:schemeClr val="tx1"/>
                </a:solidFill>
              </a:defRPr>
            </a:lvl6pPr>
            <a:lvl7pPr>
              <a:defRPr sz="2400">
                <a:solidFill>
                  <a:schemeClr val="tx1"/>
                </a:solidFill>
              </a:defRPr>
            </a:lvl7pPr>
            <a:lvl8pPr>
              <a:defRPr sz="2400">
                <a:solidFill>
                  <a:schemeClr val="tx1"/>
                </a:solidFill>
              </a:defRPr>
            </a:lvl8pPr>
            <a:lvl9pPr>
              <a:defRPr sz="2400">
                <a:solidFill>
                  <a:schemeClr val="tx1"/>
                </a:solidFill>
              </a:defRPr>
            </a:lvl9pPr>
          </a:lstStyle>
          <a:p>
            <a:pPr lvl="0"/>
            <a:r>
              <a:rPr lang="sv-SE"/>
              <a:t>Infoga tabell eller diagram</a:t>
            </a:r>
          </a:p>
        </p:txBody>
      </p:sp>
      <p:sp>
        <p:nvSpPr>
          <p:cNvPr id="9" name="Platshållare för text 16">
            <a:extLst>
              <a:ext uri="{FF2B5EF4-FFF2-40B4-BE49-F238E27FC236}">
                <a16:creationId xmlns:a16="http://schemas.microsoft.com/office/drawing/2014/main" id="{DB121B2C-11D7-F701-55E4-D9ECDCAEFE1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4470" y="1544108"/>
            <a:ext cx="5477691" cy="77923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</a:lstStyle>
          <a:p>
            <a:pPr lvl="0"/>
            <a:r>
              <a:rPr lang="sv-SE"/>
              <a:t>Förklarande text till tabell eller diagram.</a:t>
            </a:r>
          </a:p>
        </p:txBody>
      </p:sp>
      <p:sp>
        <p:nvSpPr>
          <p:cNvPr id="16" name="Platshållare för text 12">
            <a:extLst>
              <a:ext uri="{FF2B5EF4-FFF2-40B4-BE49-F238E27FC236}">
                <a16:creationId xmlns:a16="http://schemas.microsoft.com/office/drawing/2014/main" id="{FBBB8CD9-2146-4C30-A8C9-5910E5A2B2A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99361" y="975360"/>
            <a:ext cx="9353006" cy="3651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sv-SE"/>
              <a:t>Underrubrik</a:t>
            </a:r>
          </a:p>
        </p:txBody>
      </p:sp>
      <p:sp>
        <p:nvSpPr>
          <p:cNvPr id="17" name="Rubrik 9">
            <a:extLst>
              <a:ext uri="{FF2B5EF4-FFF2-40B4-BE49-F238E27FC236}">
                <a16:creationId xmlns:a16="http://schemas.microsoft.com/office/drawing/2014/main" id="{1F434268-AC73-FF5B-FE12-65FFC6134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9359" y="215288"/>
            <a:ext cx="9353006" cy="72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sv-SE" dirty="0"/>
              <a:t>Klicka här för att ändra mall </a:t>
            </a:r>
          </a:p>
        </p:txBody>
      </p:sp>
    </p:spTree>
    <p:extLst>
      <p:ext uri="{BB962C8B-B14F-4D97-AF65-F5344CB8AC3E}">
        <p14:creationId xmlns:p14="http://schemas.microsoft.com/office/powerpoint/2010/main" val="22878291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vå spalter, förklarande text, vi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D5A6E465-C25D-A7A3-7EF2-615E62A92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7D24E2-704C-4D37-BA3F-3A87B7C16133}" type="datetimeFigureOut">
              <a:rPr lang="sv-SE" smtClean="0"/>
              <a:pPr/>
              <a:t>2026-06-17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45DC0A25-9534-A193-D576-70049C634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D8DE994E-6983-C5FA-24CC-9E1F3B1D3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88021E2-E97B-4976-AF53-1A9B1E45C5FA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9" name="Platshållare för text 16">
            <a:extLst>
              <a:ext uri="{FF2B5EF4-FFF2-40B4-BE49-F238E27FC236}">
                <a16:creationId xmlns:a16="http://schemas.microsoft.com/office/drawing/2014/main" id="{F98C80CC-BEBC-2F8A-75F0-2657C1B8EF4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838994" y="6559972"/>
            <a:ext cx="9353006" cy="298028"/>
          </a:xfrm>
        </p:spPr>
        <p:txBody>
          <a:bodyPr anchor="b">
            <a:noAutofit/>
          </a:bodyPr>
          <a:lstStyle>
            <a:lvl1pPr marL="0" indent="0" algn="r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  <a:lvl2pPr>
              <a:defRPr sz="2000"/>
            </a:lvl2pPr>
            <a:lvl4pPr>
              <a:defRPr sz="2000"/>
            </a:lvl4pPr>
            <a:lvl5pPr>
              <a:defRPr sz="2000"/>
            </a:lvl5pPr>
            <a:lvl6pPr>
              <a:defRPr sz="2000">
                <a:solidFill>
                  <a:schemeClr val="tx2"/>
                </a:solidFill>
              </a:defRPr>
            </a:lvl6pPr>
            <a:lvl7pPr>
              <a:defRPr sz="2000">
                <a:solidFill>
                  <a:schemeClr val="tx2"/>
                </a:solidFill>
              </a:defRPr>
            </a:lvl7pPr>
            <a:lvl8pPr>
              <a:defRPr sz="2000">
                <a:solidFill>
                  <a:schemeClr val="tx2"/>
                </a:solidFill>
              </a:defRPr>
            </a:lvl8pPr>
            <a:lvl9pPr>
              <a:defRPr sz="2000">
                <a:solidFill>
                  <a:schemeClr val="tx2"/>
                </a:solidFill>
              </a:defRPr>
            </a:lvl9pPr>
          </a:lstStyle>
          <a:p>
            <a:pPr lvl="0"/>
            <a:r>
              <a:rPr lang="sv-SE"/>
              <a:t>Källa: </a:t>
            </a:r>
          </a:p>
        </p:txBody>
      </p:sp>
      <p:sp>
        <p:nvSpPr>
          <p:cNvPr id="2" name="Platshållare för innehåll 14">
            <a:extLst>
              <a:ext uri="{FF2B5EF4-FFF2-40B4-BE49-F238E27FC236}">
                <a16:creationId xmlns:a16="http://schemas.microsoft.com/office/drawing/2014/main" id="{6C837A70-53B7-7105-E4AC-5F30218B6D99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6339840" y="2417380"/>
            <a:ext cx="5477691" cy="377387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400">
                <a:solidFill>
                  <a:schemeClr val="tx1"/>
                </a:solidFill>
              </a:defRPr>
            </a:lvl4pPr>
            <a:lvl5pPr>
              <a:defRPr sz="2400">
                <a:solidFill>
                  <a:schemeClr val="tx1"/>
                </a:solidFill>
              </a:defRPr>
            </a:lvl5pPr>
            <a:lvl6pPr>
              <a:defRPr sz="2400">
                <a:solidFill>
                  <a:schemeClr val="tx1"/>
                </a:solidFill>
              </a:defRPr>
            </a:lvl6pPr>
            <a:lvl7pPr>
              <a:defRPr sz="2400">
                <a:solidFill>
                  <a:schemeClr val="tx1"/>
                </a:solidFill>
              </a:defRPr>
            </a:lvl7pPr>
            <a:lvl8pPr>
              <a:defRPr sz="2400">
                <a:solidFill>
                  <a:schemeClr val="tx1"/>
                </a:solidFill>
              </a:defRPr>
            </a:lvl8pPr>
            <a:lvl9pPr>
              <a:defRPr sz="2400">
                <a:solidFill>
                  <a:schemeClr val="tx1"/>
                </a:solidFill>
              </a:defRPr>
            </a:lvl9pPr>
          </a:lstStyle>
          <a:p>
            <a:pPr lvl="0"/>
            <a:r>
              <a:rPr lang="sv-SE"/>
              <a:t>Infoga tabell eller diagram</a:t>
            </a:r>
          </a:p>
        </p:txBody>
      </p:sp>
      <p:sp>
        <p:nvSpPr>
          <p:cNvPr id="3" name="Platshållare för text 16">
            <a:extLst>
              <a:ext uri="{FF2B5EF4-FFF2-40B4-BE49-F238E27FC236}">
                <a16:creationId xmlns:a16="http://schemas.microsoft.com/office/drawing/2014/main" id="{F061C18B-6C8D-7248-801D-176B99D55B4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39840" y="1544108"/>
            <a:ext cx="5477691" cy="77923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</a:lstStyle>
          <a:p>
            <a:pPr lvl="0"/>
            <a:r>
              <a:rPr lang="sv-SE"/>
              <a:t>Förklarande text till tabell eller diagram.</a:t>
            </a:r>
          </a:p>
        </p:txBody>
      </p:sp>
      <p:sp>
        <p:nvSpPr>
          <p:cNvPr id="7" name="Platshållare för innehåll 14">
            <a:extLst>
              <a:ext uri="{FF2B5EF4-FFF2-40B4-BE49-F238E27FC236}">
                <a16:creationId xmlns:a16="http://schemas.microsoft.com/office/drawing/2014/main" id="{87F32910-C21A-4737-493F-4A018B17A8E3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74470" y="2417380"/>
            <a:ext cx="5477691" cy="377387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400">
                <a:solidFill>
                  <a:schemeClr val="tx1"/>
                </a:solidFill>
              </a:defRPr>
            </a:lvl4pPr>
            <a:lvl5pPr>
              <a:defRPr sz="2400">
                <a:solidFill>
                  <a:schemeClr val="tx1"/>
                </a:solidFill>
              </a:defRPr>
            </a:lvl5pPr>
            <a:lvl6pPr>
              <a:defRPr sz="2400">
                <a:solidFill>
                  <a:schemeClr val="tx1"/>
                </a:solidFill>
              </a:defRPr>
            </a:lvl6pPr>
            <a:lvl7pPr>
              <a:defRPr sz="2400">
                <a:solidFill>
                  <a:schemeClr val="tx1"/>
                </a:solidFill>
              </a:defRPr>
            </a:lvl7pPr>
            <a:lvl8pPr>
              <a:defRPr sz="2400">
                <a:solidFill>
                  <a:schemeClr val="tx1"/>
                </a:solidFill>
              </a:defRPr>
            </a:lvl8pPr>
            <a:lvl9pPr>
              <a:defRPr sz="2400">
                <a:solidFill>
                  <a:schemeClr val="tx1"/>
                </a:solidFill>
              </a:defRPr>
            </a:lvl9pPr>
          </a:lstStyle>
          <a:p>
            <a:pPr lvl="0"/>
            <a:r>
              <a:rPr lang="sv-SE"/>
              <a:t>Infoga tabell eller diagram</a:t>
            </a:r>
          </a:p>
        </p:txBody>
      </p:sp>
      <p:sp>
        <p:nvSpPr>
          <p:cNvPr id="8" name="Platshållare för text 16">
            <a:extLst>
              <a:ext uri="{FF2B5EF4-FFF2-40B4-BE49-F238E27FC236}">
                <a16:creationId xmlns:a16="http://schemas.microsoft.com/office/drawing/2014/main" id="{83AA2A90-E19E-A5F1-4273-E0153230648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4470" y="1544108"/>
            <a:ext cx="5477691" cy="77923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</a:lstStyle>
          <a:p>
            <a:pPr lvl="0"/>
            <a:r>
              <a:rPr lang="sv-SE"/>
              <a:t>Förklarande text till tabell eller diagram.</a:t>
            </a:r>
          </a:p>
        </p:txBody>
      </p:sp>
      <p:sp>
        <p:nvSpPr>
          <p:cNvPr id="16" name="Platshållare för text 12">
            <a:extLst>
              <a:ext uri="{FF2B5EF4-FFF2-40B4-BE49-F238E27FC236}">
                <a16:creationId xmlns:a16="http://schemas.microsoft.com/office/drawing/2014/main" id="{17172267-9228-C21B-9BF8-25ECC8755BB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99361" y="975360"/>
            <a:ext cx="9353006" cy="3651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sv-SE"/>
              <a:t>Underrubrik</a:t>
            </a:r>
          </a:p>
        </p:txBody>
      </p:sp>
      <p:sp>
        <p:nvSpPr>
          <p:cNvPr id="17" name="Rubrik 9">
            <a:extLst>
              <a:ext uri="{FF2B5EF4-FFF2-40B4-BE49-F238E27FC236}">
                <a16:creationId xmlns:a16="http://schemas.microsoft.com/office/drawing/2014/main" id="{723CA098-8355-BA33-A38F-89A03D9DC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9359" y="215288"/>
            <a:ext cx="9353006" cy="72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sv-SE" dirty="0"/>
              <a:t>Klicka här för att ändra mall </a:t>
            </a:r>
          </a:p>
        </p:txBody>
      </p:sp>
    </p:spTree>
    <p:extLst>
      <p:ext uri="{BB962C8B-B14F-4D97-AF65-F5344CB8AC3E}">
        <p14:creationId xmlns:p14="http://schemas.microsoft.com/office/powerpoint/2010/main" val="4001404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Utfallande bild med textruta, beige">
    <p:bg>
      <p:bgPr>
        <a:solidFill>
          <a:srgbClr val="F7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tshållare för bild 5">
            <a:extLst>
              <a:ext uri="{FF2B5EF4-FFF2-40B4-BE49-F238E27FC236}">
                <a16:creationId xmlns:a16="http://schemas.microsoft.com/office/drawing/2014/main" id="{908E459A-1DD8-D673-1B7D-5A47E462710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sv-SE"/>
              <a:t>Klicka på ikonen för att </a:t>
            </a:r>
          </a:p>
          <a:p>
            <a:r>
              <a:rPr lang="sv-SE"/>
              <a:t>lägga till en bild.</a:t>
            </a:r>
          </a:p>
          <a:p>
            <a:r>
              <a:rPr lang="sv-SE"/>
              <a:t>Tänk på att bilden behöver vara </a:t>
            </a:r>
          </a:p>
          <a:p>
            <a:r>
              <a:rPr lang="sv-SE"/>
              <a:t>ljus så att loggan syns.</a:t>
            </a:r>
          </a:p>
        </p:txBody>
      </p:sp>
      <p:sp>
        <p:nvSpPr>
          <p:cNvPr id="2" name="Platshållare för datum 1">
            <a:extLst>
              <a:ext uri="{FF2B5EF4-FFF2-40B4-BE49-F238E27FC236}">
                <a16:creationId xmlns:a16="http://schemas.microsoft.com/office/drawing/2014/main" id="{3C9AA39D-994F-D672-1A92-949D21179B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E830D1-9B43-4A41-B3A1-206CB98018A1}" type="datetime1">
              <a:rPr lang="sv-SE" smtClean="0"/>
              <a:pPr/>
              <a:t>2026-06-17</a:t>
            </a:fld>
            <a:endParaRPr lang="sv-SE"/>
          </a:p>
        </p:txBody>
      </p:sp>
      <p:sp>
        <p:nvSpPr>
          <p:cNvPr id="3" name="Platshållare för sidfot 2">
            <a:extLst>
              <a:ext uri="{FF2B5EF4-FFF2-40B4-BE49-F238E27FC236}">
                <a16:creationId xmlns:a16="http://schemas.microsoft.com/office/drawing/2014/main" id="{99A9CFFB-D456-6463-A4BD-CE70F4CD1A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sv-SE"/>
              <a:t>Sidfottext</a:t>
            </a:r>
          </a:p>
        </p:txBody>
      </p:sp>
      <p:sp>
        <p:nvSpPr>
          <p:cNvPr id="5" name="Platshållare för text 7">
            <a:extLst>
              <a:ext uri="{FF2B5EF4-FFF2-40B4-BE49-F238E27FC236}">
                <a16:creationId xmlns:a16="http://schemas.microsoft.com/office/drawing/2014/main" id="{A9979B33-E4C5-CC52-41BD-8785520D94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7892" y="311234"/>
            <a:ext cx="1332000" cy="551506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chemeClr val="accent3"/>
                </a:solidFill>
              </a:defRPr>
            </a:lvl1pPr>
          </a:lstStyle>
          <a:p>
            <a:pPr lvl="0"/>
            <a:r>
              <a:rPr lang="sv-SE"/>
              <a:t> </a:t>
            </a:r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12CEC6D5-E7B1-0BCE-0744-951A47347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EA8761A-F05C-4F01-AE76-2EF79F772060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9" name="Platshållare för text 3">
            <a:extLst>
              <a:ext uri="{FF2B5EF4-FFF2-40B4-BE49-F238E27FC236}">
                <a16:creationId xmlns:a16="http://schemas.microsoft.com/office/drawing/2014/main" id="{7E5722EE-4741-26D2-2E7E-A7403FC0D7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83334" y="0"/>
            <a:ext cx="4218856" cy="6610662"/>
          </a:xfrm>
          <a:solidFill>
            <a:schemeClr val="accent4"/>
          </a:solidFill>
        </p:spPr>
        <p:txBody>
          <a:bodyPr/>
          <a:lstStyle>
            <a:lvl1pPr marL="0" indent="0">
              <a:buNone/>
              <a:defRPr sz="2000">
                <a:solidFill>
                  <a:srgbClr val="FFCEC6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endParaRPr lang="sv-SE" dirty="0"/>
          </a:p>
        </p:txBody>
      </p:sp>
      <p:sp>
        <p:nvSpPr>
          <p:cNvPr id="7" name="Platshållare för text 14">
            <a:extLst>
              <a:ext uri="{FF2B5EF4-FFF2-40B4-BE49-F238E27FC236}">
                <a16:creationId xmlns:a16="http://schemas.microsoft.com/office/drawing/2014/main" id="{DC0972F1-48ED-8211-5A08-9A3500CD2AD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808913" y="2773587"/>
            <a:ext cx="3984625" cy="3709761"/>
          </a:xfrm>
        </p:spPr>
        <p:txBody>
          <a:bodyPr>
            <a:noAutofit/>
          </a:bodyPr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400">
                <a:solidFill>
                  <a:schemeClr val="tx1"/>
                </a:solidFill>
              </a:defRPr>
            </a:lvl4pPr>
            <a:lvl5pPr>
              <a:defRPr sz="2400">
                <a:solidFill>
                  <a:schemeClr val="tx1"/>
                </a:solidFill>
              </a:defRPr>
            </a:lvl5pPr>
            <a:lvl6pPr>
              <a:defRPr sz="2400">
                <a:solidFill>
                  <a:schemeClr val="tx1"/>
                </a:solidFill>
              </a:defRPr>
            </a:lvl6pPr>
            <a:lvl7pPr>
              <a:defRPr sz="2400">
                <a:solidFill>
                  <a:schemeClr val="tx1"/>
                </a:solidFill>
              </a:defRPr>
            </a:lvl7pPr>
            <a:lvl8pPr>
              <a:defRPr sz="2400">
                <a:solidFill>
                  <a:schemeClr val="tx1"/>
                </a:solidFill>
              </a:defRPr>
            </a:lvl8pPr>
            <a:lvl9pPr>
              <a:defRPr sz="2400">
                <a:solidFill>
                  <a:schemeClr val="tx1"/>
                </a:solidFill>
              </a:defRPr>
            </a:lvl9pPr>
          </a:lstStyle>
          <a:p>
            <a:pPr lvl="0"/>
            <a:r>
              <a:rPr lang="sv-SE"/>
              <a:t>Text</a:t>
            </a:r>
          </a:p>
        </p:txBody>
      </p:sp>
      <p:sp>
        <p:nvSpPr>
          <p:cNvPr id="10" name="Rubrik 9">
            <a:extLst>
              <a:ext uri="{FF2B5EF4-FFF2-40B4-BE49-F238E27FC236}">
                <a16:creationId xmlns:a16="http://schemas.microsoft.com/office/drawing/2014/main" id="{907E57AF-5F2F-F565-91DC-C6E28A886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sv-SE" dirty="0"/>
              <a:t>Klicka här</a:t>
            </a:r>
          </a:p>
        </p:txBody>
      </p:sp>
    </p:spTree>
    <p:extLst>
      <p:ext uri="{BB962C8B-B14F-4D97-AF65-F5344CB8AC3E}">
        <p14:creationId xmlns:p14="http://schemas.microsoft.com/office/powerpoint/2010/main" val="16447876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Utfallande bild med textruta, rosa">
    <p:bg>
      <p:bgPr>
        <a:solidFill>
          <a:srgbClr val="F7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tshållare för bild 5">
            <a:extLst>
              <a:ext uri="{FF2B5EF4-FFF2-40B4-BE49-F238E27FC236}">
                <a16:creationId xmlns:a16="http://schemas.microsoft.com/office/drawing/2014/main" id="{908E459A-1DD8-D673-1B7D-5A47E462710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tx2"/>
                </a:solidFill>
              </a:defRPr>
            </a:lvl1pPr>
          </a:lstStyle>
          <a:p>
            <a:r>
              <a:rPr lang="sv-SE"/>
              <a:t>Klicka på ikonen för att </a:t>
            </a:r>
          </a:p>
          <a:p>
            <a:r>
              <a:rPr lang="sv-SE"/>
              <a:t>lägga till en bild.</a:t>
            </a:r>
          </a:p>
          <a:p>
            <a:r>
              <a:rPr lang="sv-SE"/>
              <a:t>Tänk på att bilden behöver vara </a:t>
            </a:r>
          </a:p>
          <a:p>
            <a:r>
              <a:rPr lang="sv-SE"/>
              <a:t>ljus så att loggan syns.</a:t>
            </a:r>
          </a:p>
        </p:txBody>
      </p:sp>
      <p:sp>
        <p:nvSpPr>
          <p:cNvPr id="2" name="Platshållare för datum 1">
            <a:extLst>
              <a:ext uri="{FF2B5EF4-FFF2-40B4-BE49-F238E27FC236}">
                <a16:creationId xmlns:a16="http://schemas.microsoft.com/office/drawing/2014/main" id="{3C9AA39D-994F-D672-1A92-949D21179B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3E830D1-9B43-4A41-B3A1-206CB98018A1}" type="datetime1">
              <a:rPr lang="sv-SE" smtClean="0"/>
              <a:pPr/>
              <a:t>2026-06-17</a:t>
            </a:fld>
            <a:endParaRPr lang="sv-SE"/>
          </a:p>
        </p:txBody>
      </p:sp>
      <p:sp>
        <p:nvSpPr>
          <p:cNvPr id="3" name="Platshållare för sidfot 2">
            <a:extLst>
              <a:ext uri="{FF2B5EF4-FFF2-40B4-BE49-F238E27FC236}">
                <a16:creationId xmlns:a16="http://schemas.microsoft.com/office/drawing/2014/main" id="{99A9CFFB-D456-6463-A4BD-CE70F4CD1A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sv-SE"/>
              <a:t>Sidfottext</a:t>
            </a:r>
          </a:p>
        </p:txBody>
      </p:sp>
      <p:sp>
        <p:nvSpPr>
          <p:cNvPr id="5" name="Platshållare för text 7">
            <a:extLst>
              <a:ext uri="{FF2B5EF4-FFF2-40B4-BE49-F238E27FC236}">
                <a16:creationId xmlns:a16="http://schemas.microsoft.com/office/drawing/2014/main" id="{A9979B33-E4C5-CC52-41BD-8785520D94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7892" y="311234"/>
            <a:ext cx="1332000" cy="551506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sv-SE"/>
              <a:t> </a:t>
            </a:r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12CEC6D5-E7B1-0BCE-0744-951A47347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EA8761A-F05C-4F01-AE76-2EF79F772060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9" name="Platshållare för text 3">
            <a:extLst>
              <a:ext uri="{FF2B5EF4-FFF2-40B4-BE49-F238E27FC236}">
                <a16:creationId xmlns:a16="http://schemas.microsoft.com/office/drawing/2014/main" id="{7E5722EE-4741-26D2-2E7E-A7403FC0D7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83334" y="0"/>
            <a:ext cx="4218856" cy="6610662"/>
          </a:xfrm>
          <a:solidFill>
            <a:schemeClr val="accent5"/>
          </a:solidFill>
        </p:spPr>
        <p:txBody>
          <a:bodyPr/>
          <a:lstStyle>
            <a:lvl1pPr marL="0" indent="0">
              <a:buNone/>
              <a:defRPr sz="2000">
                <a:solidFill>
                  <a:schemeClr val="accent5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endParaRPr lang="sv-SE" dirty="0"/>
          </a:p>
        </p:txBody>
      </p:sp>
      <p:sp>
        <p:nvSpPr>
          <p:cNvPr id="7" name="Platshållare för text 14">
            <a:extLst>
              <a:ext uri="{FF2B5EF4-FFF2-40B4-BE49-F238E27FC236}">
                <a16:creationId xmlns:a16="http://schemas.microsoft.com/office/drawing/2014/main" id="{DC0972F1-48ED-8211-5A08-9A3500CD2AD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808913" y="2773587"/>
            <a:ext cx="3984625" cy="3709761"/>
          </a:xfrm>
        </p:spPr>
        <p:txBody>
          <a:bodyPr>
            <a:noAutofit/>
          </a:bodyPr>
          <a:lstStyle>
            <a:lvl1pPr>
              <a:defRPr sz="2400">
                <a:solidFill>
                  <a:schemeClr val="tx2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400">
                <a:solidFill>
                  <a:schemeClr val="tx1"/>
                </a:solidFill>
              </a:defRPr>
            </a:lvl4pPr>
            <a:lvl5pPr>
              <a:defRPr sz="2400">
                <a:solidFill>
                  <a:schemeClr val="tx1"/>
                </a:solidFill>
              </a:defRPr>
            </a:lvl5pPr>
            <a:lvl6pPr>
              <a:defRPr sz="2400">
                <a:solidFill>
                  <a:schemeClr val="tx1"/>
                </a:solidFill>
              </a:defRPr>
            </a:lvl6pPr>
            <a:lvl7pPr>
              <a:defRPr sz="2400">
                <a:solidFill>
                  <a:schemeClr val="tx1"/>
                </a:solidFill>
              </a:defRPr>
            </a:lvl7pPr>
            <a:lvl8pPr>
              <a:defRPr sz="2400">
                <a:solidFill>
                  <a:schemeClr val="tx1"/>
                </a:solidFill>
              </a:defRPr>
            </a:lvl8pPr>
            <a:lvl9pPr>
              <a:defRPr sz="2400">
                <a:solidFill>
                  <a:schemeClr val="tx1"/>
                </a:solidFill>
              </a:defRPr>
            </a:lvl9pPr>
          </a:lstStyle>
          <a:p>
            <a:pPr lvl="0"/>
            <a:r>
              <a:rPr lang="sv-SE"/>
              <a:t>Text</a:t>
            </a:r>
          </a:p>
        </p:txBody>
      </p:sp>
      <p:sp>
        <p:nvSpPr>
          <p:cNvPr id="10" name="Rubrik 9">
            <a:extLst>
              <a:ext uri="{FF2B5EF4-FFF2-40B4-BE49-F238E27FC236}">
                <a16:creationId xmlns:a16="http://schemas.microsoft.com/office/drawing/2014/main" id="{907E57AF-5F2F-F565-91DC-C6E28A886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sv-SE" dirty="0"/>
              <a:t>Klicka här</a:t>
            </a:r>
          </a:p>
        </p:txBody>
      </p:sp>
    </p:spTree>
    <p:extLst>
      <p:ext uri="{BB962C8B-B14F-4D97-AF65-F5344CB8AC3E}">
        <p14:creationId xmlns:p14="http://schemas.microsoft.com/office/powerpoint/2010/main" val="35258510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Utfallande bild med textruta, blå">
    <p:bg>
      <p:bgPr>
        <a:solidFill>
          <a:srgbClr val="DFEF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tshållare för bild 5">
            <a:extLst>
              <a:ext uri="{FF2B5EF4-FFF2-40B4-BE49-F238E27FC236}">
                <a16:creationId xmlns:a16="http://schemas.microsoft.com/office/drawing/2014/main" id="{908E459A-1DD8-D673-1B7D-5A47E462710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accent2"/>
                </a:solidFill>
              </a:defRPr>
            </a:lvl1pPr>
          </a:lstStyle>
          <a:p>
            <a:r>
              <a:rPr lang="sv-SE"/>
              <a:t>Klicka på ikonen för att </a:t>
            </a:r>
          </a:p>
          <a:p>
            <a:r>
              <a:rPr lang="sv-SE"/>
              <a:t>lägga till en bild.</a:t>
            </a:r>
          </a:p>
          <a:p>
            <a:r>
              <a:rPr lang="sv-SE"/>
              <a:t>Tänk på att bilden behöver vara </a:t>
            </a:r>
          </a:p>
          <a:p>
            <a:r>
              <a:rPr lang="sv-SE"/>
              <a:t>mörk så att loggan syns.</a:t>
            </a:r>
          </a:p>
        </p:txBody>
      </p:sp>
      <p:sp>
        <p:nvSpPr>
          <p:cNvPr id="2" name="Platshållare för datum 1">
            <a:extLst>
              <a:ext uri="{FF2B5EF4-FFF2-40B4-BE49-F238E27FC236}">
                <a16:creationId xmlns:a16="http://schemas.microsoft.com/office/drawing/2014/main" id="{3C9AA39D-994F-D672-1A92-949D21179B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23E830D1-9B43-4A41-B3A1-206CB98018A1}" type="datetime1">
              <a:rPr lang="sv-SE" smtClean="0"/>
              <a:pPr/>
              <a:t>2026-06-17</a:t>
            </a:fld>
            <a:endParaRPr lang="sv-SE"/>
          </a:p>
        </p:txBody>
      </p:sp>
      <p:sp>
        <p:nvSpPr>
          <p:cNvPr id="3" name="Platshållare för sidfot 2">
            <a:extLst>
              <a:ext uri="{FF2B5EF4-FFF2-40B4-BE49-F238E27FC236}">
                <a16:creationId xmlns:a16="http://schemas.microsoft.com/office/drawing/2014/main" id="{99A9CFFB-D456-6463-A4BD-CE70F4CD1A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sv-SE"/>
              <a:t>Sidfottext</a:t>
            </a:r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12CEC6D5-E7B1-0BCE-0744-951A47347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0EA8761A-F05C-4F01-AE76-2EF79F772060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9" name="Platshållare för text 3">
            <a:extLst>
              <a:ext uri="{FF2B5EF4-FFF2-40B4-BE49-F238E27FC236}">
                <a16:creationId xmlns:a16="http://schemas.microsoft.com/office/drawing/2014/main" id="{7E5722EE-4741-26D2-2E7E-A7403FC0D7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83334" y="0"/>
            <a:ext cx="4218856" cy="6610662"/>
          </a:xfrm>
          <a:solidFill>
            <a:schemeClr val="accent2"/>
          </a:solidFill>
        </p:spPr>
        <p:txBody>
          <a:bodyPr/>
          <a:lstStyle>
            <a:lvl1pPr marL="0" indent="0">
              <a:buNone/>
              <a:defRPr sz="2000">
                <a:solidFill>
                  <a:schemeClr val="accent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endParaRPr lang="sv-SE"/>
          </a:p>
        </p:txBody>
      </p:sp>
      <p:sp>
        <p:nvSpPr>
          <p:cNvPr id="7" name="Platshållare för text 14">
            <a:extLst>
              <a:ext uri="{FF2B5EF4-FFF2-40B4-BE49-F238E27FC236}">
                <a16:creationId xmlns:a16="http://schemas.microsoft.com/office/drawing/2014/main" id="{DC0972F1-48ED-8211-5A08-9A3500CD2AD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808913" y="2773587"/>
            <a:ext cx="3984625" cy="3709761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400">
                <a:solidFill>
                  <a:schemeClr val="bg1"/>
                </a:solidFill>
              </a:defRPr>
            </a:lvl4pPr>
            <a:lvl5pPr>
              <a:defRPr sz="2400">
                <a:solidFill>
                  <a:schemeClr val="bg1"/>
                </a:solidFill>
              </a:defRPr>
            </a:lvl5pPr>
            <a:lvl6pPr>
              <a:defRPr sz="2400">
                <a:solidFill>
                  <a:schemeClr val="bg1"/>
                </a:solidFill>
              </a:defRPr>
            </a:lvl6pPr>
            <a:lvl7pPr>
              <a:defRPr sz="2400">
                <a:solidFill>
                  <a:schemeClr val="bg1"/>
                </a:solidFill>
              </a:defRPr>
            </a:lvl7pPr>
            <a:lvl8pPr>
              <a:defRPr sz="2400">
                <a:solidFill>
                  <a:schemeClr val="bg1"/>
                </a:solidFill>
              </a:defRPr>
            </a:lvl8pPr>
            <a:lvl9pPr>
              <a:defRPr sz="2400">
                <a:solidFill>
                  <a:schemeClr val="bg1"/>
                </a:solidFill>
              </a:defRPr>
            </a:lvl9pPr>
          </a:lstStyle>
          <a:p>
            <a:pPr lvl="0"/>
            <a:r>
              <a:rPr lang="sv-SE"/>
              <a:t>Text</a:t>
            </a:r>
          </a:p>
        </p:txBody>
      </p:sp>
      <p:sp>
        <p:nvSpPr>
          <p:cNvPr id="10" name="Platshållare för text 10">
            <a:extLst>
              <a:ext uri="{FF2B5EF4-FFF2-40B4-BE49-F238E27FC236}">
                <a16:creationId xmlns:a16="http://schemas.microsoft.com/office/drawing/2014/main" id="{3903763B-63FF-493B-859B-B29B57E2AC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7892" y="311234"/>
            <a:ext cx="1332000" cy="551506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chemeClr val="accent3"/>
                </a:solidFill>
              </a:defRPr>
            </a:lvl1pPr>
          </a:lstStyle>
          <a:p>
            <a:pPr lvl="0"/>
            <a:r>
              <a:rPr lang="sv-SE"/>
              <a:t> </a:t>
            </a:r>
          </a:p>
        </p:txBody>
      </p:sp>
      <p:sp>
        <p:nvSpPr>
          <p:cNvPr id="5" name="Rubrik 4">
            <a:extLst>
              <a:ext uri="{FF2B5EF4-FFF2-40B4-BE49-F238E27FC236}">
                <a16:creationId xmlns:a16="http://schemas.microsoft.com/office/drawing/2014/main" id="{0BBA167A-9A11-6A54-272C-1E19D7683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sv-SE" dirty="0"/>
              <a:t>Klicka här</a:t>
            </a:r>
          </a:p>
        </p:txBody>
      </p:sp>
    </p:spTree>
    <p:extLst>
      <p:ext uri="{BB962C8B-B14F-4D97-AF65-F5344CB8AC3E}">
        <p14:creationId xmlns:p14="http://schemas.microsoft.com/office/powerpoint/2010/main" val="41809382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11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19.xml"/><Relationship Id="rId10" Type="http://schemas.openxmlformats.org/officeDocument/2006/relationships/theme" Target="../theme/theme3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26.xml"/><Relationship Id="rId7" Type="http://schemas.openxmlformats.org/officeDocument/2006/relationships/theme" Target="../theme/theme4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7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13" Type="http://schemas.openxmlformats.org/officeDocument/2006/relationships/slideLayout" Target="../slideLayouts/slideLayout42.xml"/><Relationship Id="rId3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41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31.xml"/><Relationship Id="rId16" Type="http://schemas.openxmlformats.org/officeDocument/2006/relationships/theme" Target="../theme/theme5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40.xml"/><Relationship Id="rId5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39.xml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Relationship Id="rId14" Type="http://schemas.openxmlformats.org/officeDocument/2006/relationships/slideLayout" Target="../slideLayouts/slideLayout43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5" Type="http://schemas.openxmlformats.org/officeDocument/2006/relationships/image" Target="../media/image1.png"/><Relationship Id="rId4" Type="http://schemas.openxmlformats.org/officeDocument/2006/relationships/theme" Target="../theme/theme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EA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>
            <a:extLst>
              <a:ext uri="{FF2B5EF4-FFF2-40B4-BE49-F238E27FC236}">
                <a16:creationId xmlns:a16="http://schemas.microsoft.com/office/drawing/2014/main" id="{B6ECBF91-2F08-F933-4D1A-F56983B36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2478025"/>
            <a:ext cx="10514012" cy="235322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sv-SE" dirty="0"/>
              <a:t>Klicka här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40BAD13D-9B41-3F4D-0042-EEF78B0A1B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4919471"/>
            <a:ext cx="10515600" cy="12574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0A869450-1C79-77EB-E2C7-3B855B9CB1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+mn-lt"/>
              </a:defRPr>
            </a:lvl1pPr>
          </a:lstStyle>
          <a:p>
            <a:fld id="{8E7D24E2-704C-4D37-BA3F-3A87B7C16133}" type="datetimeFigureOut">
              <a:rPr lang="sv-SE" smtClean="0"/>
              <a:pPr/>
              <a:t>2026-06-17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5BEC8C24-0538-E5A7-50D1-52A0E60CF2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+mn-lt"/>
              </a:defRPr>
            </a:lvl1pPr>
          </a:lstStyle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4E1B03F5-3603-988A-120F-B9F8C6D4E7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+mn-lt"/>
              </a:defRPr>
            </a:lvl1pPr>
          </a:lstStyle>
          <a:p>
            <a:fld id="{D88021E2-E97B-4976-AF53-1A9B1E45C5FA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8" name="Platshållare för text 7">
            <a:extLst>
              <a:ext uri="{FF2B5EF4-FFF2-40B4-BE49-F238E27FC236}">
                <a16:creationId xmlns:a16="http://schemas.microsoft.com/office/drawing/2014/main" id="{FEF18A2F-1B92-68B3-D226-FD8FBBC5BA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407892" y="311234"/>
            <a:ext cx="1332000" cy="551506"/>
          </a:xfrm>
          <a:prstGeom prst="rect">
            <a:avLst/>
          </a:prstGeom>
          <a:blipFill>
            <a:blip r:embed="rId10"/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v-S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06023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3" r:id="rId2"/>
    <p:sldLayoutId id="2147483759" r:id="rId3"/>
    <p:sldLayoutId id="2147483763" r:id="rId4"/>
    <p:sldLayoutId id="2147483752" r:id="rId5"/>
    <p:sldLayoutId id="2147483796" r:id="rId6"/>
    <p:sldLayoutId id="2147483797" r:id="rId7"/>
    <p:sldLayoutId id="2147483798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7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EB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>
            <a:extLst>
              <a:ext uri="{FF2B5EF4-FFF2-40B4-BE49-F238E27FC236}">
                <a16:creationId xmlns:a16="http://schemas.microsoft.com/office/drawing/2014/main" id="{B6ECBF91-2F08-F933-4D1A-F56983B36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79000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40BAD13D-9B41-3F4D-0042-EEF78B0A1B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187285"/>
            <a:ext cx="10515600" cy="298967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0A869450-1C79-77EB-E2C7-3B855B9CB1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fld id="{8E7D24E2-704C-4D37-BA3F-3A87B7C16133}" type="datetimeFigureOut">
              <a:rPr lang="sv-SE" smtClean="0"/>
              <a:pPr/>
              <a:t>2026-06-17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5BEC8C24-0538-E5A7-50D1-52A0E60CF2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4E1B03F5-3603-988A-120F-B9F8C6D4E7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fld id="{D88021E2-E97B-4976-AF53-1A9B1E45C5FA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8" name="Platshållare för text 7">
            <a:extLst>
              <a:ext uri="{FF2B5EF4-FFF2-40B4-BE49-F238E27FC236}">
                <a16:creationId xmlns:a16="http://schemas.microsoft.com/office/drawing/2014/main" id="{5919F652-9950-207C-5453-056258D9D8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407892" y="311234"/>
            <a:ext cx="1332000" cy="551506"/>
          </a:xfrm>
          <a:prstGeom prst="rect">
            <a:avLst/>
          </a:prstGeom>
          <a:blipFill>
            <a:blip r:embed="rId8"/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v-S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28804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94" r:id="rId3"/>
    <p:sldLayoutId id="2147483692" r:id="rId4"/>
    <p:sldLayoutId id="2147483693" r:id="rId5"/>
    <p:sldLayoutId id="2147483768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EB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>
            <a:extLst>
              <a:ext uri="{FF2B5EF4-FFF2-40B4-BE49-F238E27FC236}">
                <a16:creationId xmlns:a16="http://schemas.microsoft.com/office/drawing/2014/main" id="{B6ECBF91-2F08-F933-4D1A-F56983B36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79000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40BAD13D-9B41-3F4D-0042-EEF78B0A1B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187285"/>
            <a:ext cx="10515600" cy="298967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0A869450-1C79-77EB-E2C7-3B855B9CB1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+mn-lt"/>
              </a:defRPr>
            </a:lvl1pPr>
          </a:lstStyle>
          <a:p>
            <a:fld id="{8E7D24E2-704C-4D37-BA3F-3A87B7C16133}" type="datetimeFigureOut">
              <a:rPr lang="sv-SE" smtClean="0"/>
              <a:pPr/>
              <a:t>2026-06-17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5BEC8C24-0538-E5A7-50D1-52A0E60CF2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+mn-lt"/>
              </a:defRPr>
            </a:lvl1pPr>
          </a:lstStyle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4E1B03F5-3603-988A-120F-B9F8C6D4E7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+mn-lt"/>
              </a:defRPr>
            </a:lvl1pPr>
          </a:lstStyle>
          <a:p>
            <a:fld id="{D88021E2-E97B-4976-AF53-1A9B1E45C5FA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8" name="Platshållare för text 7">
            <a:extLst>
              <a:ext uri="{FF2B5EF4-FFF2-40B4-BE49-F238E27FC236}">
                <a16:creationId xmlns:a16="http://schemas.microsoft.com/office/drawing/2014/main" id="{AA99F84E-8642-AB17-3983-02BA19118A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407892" y="311234"/>
            <a:ext cx="1332000" cy="551506"/>
          </a:xfrm>
          <a:prstGeom prst="rect">
            <a:avLst/>
          </a:prstGeom>
          <a:blipFill>
            <a:blip r:embed="rId11"/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v-S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96400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702" r:id="rId4"/>
    <p:sldLayoutId id="2147483703" r:id="rId5"/>
    <p:sldLayoutId id="2147483776" r:id="rId6"/>
    <p:sldLayoutId id="2147483773" r:id="rId7"/>
    <p:sldLayoutId id="2147483775" r:id="rId8"/>
    <p:sldLayoutId id="2147483774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EB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>
            <a:extLst>
              <a:ext uri="{FF2B5EF4-FFF2-40B4-BE49-F238E27FC236}">
                <a16:creationId xmlns:a16="http://schemas.microsoft.com/office/drawing/2014/main" id="{B6ECBF91-2F08-F933-4D1A-F56983B36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79000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40BAD13D-9B41-3F4D-0042-EEF78B0A1B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187285"/>
            <a:ext cx="10515600" cy="298967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0A869450-1C79-77EB-E2C7-3B855B9CB1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fld id="{8E7D24E2-704C-4D37-BA3F-3A87B7C16133}" type="datetimeFigureOut">
              <a:rPr lang="sv-SE" smtClean="0"/>
              <a:pPr/>
              <a:t>2026-06-17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5BEC8C24-0538-E5A7-50D1-52A0E60CF2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4E1B03F5-3603-988A-120F-B9F8C6D4E7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fld id="{D88021E2-E97B-4976-AF53-1A9B1E45C5FA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8" name="Platshållare för text 7">
            <a:extLst>
              <a:ext uri="{FF2B5EF4-FFF2-40B4-BE49-F238E27FC236}">
                <a16:creationId xmlns:a16="http://schemas.microsoft.com/office/drawing/2014/main" id="{8BE54608-681A-8308-51FE-B99A454CC0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407892" y="311234"/>
            <a:ext cx="1332000" cy="551506"/>
          </a:xfrm>
          <a:prstGeom prst="rect">
            <a:avLst/>
          </a:prstGeom>
          <a:blipFill>
            <a:blip r:embed="rId8"/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v-S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73317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93" r:id="rId4"/>
    <p:sldLayoutId id="2147483794" r:id="rId5"/>
    <p:sldLayoutId id="2147483795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EB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>
            <a:extLst>
              <a:ext uri="{FF2B5EF4-FFF2-40B4-BE49-F238E27FC236}">
                <a16:creationId xmlns:a16="http://schemas.microsoft.com/office/drawing/2014/main" id="{B6ECBF91-2F08-F933-4D1A-F56983B36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1927" y="215288"/>
            <a:ext cx="9940438" cy="72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sv-SE" dirty="0"/>
              <a:t>Klicka här för att ändra mall för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40BAD13D-9B41-3F4D-0042-EEF78B0A1B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187285"/>
            <a:ext cx="10515600" cy="298967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0A869450-1C79-77EB-E2C7-3B855B9CB1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fld id="{8E7D24E2-704C-4D37-BA3F-3A87B7C16133}" type="datetimeFigureOut">
              <a:rPr lang="sv-SE" smtClean="0"/>
              <a:pPr/>
              <a:t>2026-06-17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5BEC8C24-0538-E5A7-50D1-52A0E60CF2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4E1B03F5-3603-988A-120F-B9F8C6D4E7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fld id="{D88021E2-E97B-4976-AF53-1A9B1E45C5FA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8" name="Platshållare för text 7">
            <a:extLst>
              <a:ext uri="{FF2B5EF4-FFF2-40B4-BE49-F238E27FC236}">
                <a16:creationId xmlns:a16="http://schemas.microsoft.com/office/drawing/2014/main" id="{6DAAE85E-0DC2-AE57-7FD1-6287C1A38F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407892" y="311234"/>
            <a:ext cx="1332000" cy="551506"/>
          </a:xfrm>
          <a:prstGeom prst="rect">
            <a:avLst/>
          </a:prstGeom>
          <a:blipFill>
            <a:blip r:embed="rId17"/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v-S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11414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8" r:id="rId1"/>
    <p:sldLayoutId id="2147483779" r:id="rId2"/>
    <p:sldLayoutId id="2147483780" r:id="rId3"/>
    <p:sldLayoutId id="2147483781" r:id="rId4"/>
    <p:sldLayoutId id="2147483782" r:id="rId5"/>
    <p:sldLayoutId id="2147483783" r:id="rId6"/>
    <p:sldLayoutId id="2147483784" r:id="rId7"/>
    <p:sldLayoutId id="2147483785" r:id="rId8"/>
    <p:sldLayoutId id="2147483786" r:id="rId9"/>
    <p:sldLayoutId id="2147483787" r:id="rId10"/>
    <p:sldLayoutId id="2147483788" r:id="rId11"/>
    <p:sldLayoutId id="2147483789" r:id="rId12"/>
    <p:sldLayoutId id="2147483790" r:id="rId13"/>
    <p:sldLayoutId id="2147483791" r:id="rId14"/>
    <p:sldLayoutId id="2147483792" r:id="rId15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400" b="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7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40BAD13D-9B41-3F4D-0042-EEF78B0A1B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351645"/>
            <a:ext cx="10515600" cy="38523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0A869450-1C79-77EB-E2C7-3B855B9CB1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fld id="{8E7D24E2-704C-4D37-BA3F-3A87B7C16133}" type="datetimeFigureOut">
              <a:rPr lang="sv-SE" smtClean="0"/>
              <a:pPr/>
              <a:t>2026-06-17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5BEC8C24-0538-E5A7-50D1-52A0E60CF2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4E1B03F5-3603-988A-120F-B9F8C6D4E7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fld id="{D88021E2-E97B-4976-AF53-1A9B1E45C5FA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8" name="Platshållare för text 7">
            <a:extLst>
              <a:ext uri="{FF2B5EF4-FFF2-40B4-BE49-F238E27FC236}">
                <a16:creationId xmlns:a16="http://schemas.microsoft.com/office/drawing/2014/main" id="{1BB4FBCB-D8F6-87C1-4DC2-8CA4A72EA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407892" y="311234"/>
            <a:ext cx="1332000" cy="551506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v-SE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12" name="Platshållare för rubrik 11">
            <a:extLst>
              <a:ext uri="{FF2B5EF4-FFF2-40B4-BE49-F238E27FC236}">
                <a16:creationId xmlns:a16="http://schemas.microsoft.com/office/drawing/2014/main" id="{E43D3919-0782-880D-8DB5-6E988CD18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8981" y="1264556"/>
            <a:ext cx="3984626" cy="138747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sv-SE" dirty="0"/>
              <a:t>Klicka</a:t>
            </a:r>
          </a:p>
        </p:txBody>
      </p:sp>
    </p:spTree>
    <p:extLst>
      <p:ext uri="{BB962C8B-B14F-4D97-AF65-F5344CB8AC3E}">
        <p14:creationId xmlns:p14="http://schemas.microsoft.com/office/powerpoint/2010/main" val="3515321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0" r:id="rId1"/>
    <p:sldLayoutId id="2147483802" r:id="rId2"/>
    <p:sldLayoutId id="214748380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intranet.skr.se/edit/4.4cdf7c1c18d787f6d118af61" TargetMode="Externa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B4EEA0A3-5BE4-CE9C-F89B-ACE720719C3F}"/>
              </a:ext>
            </a:extLst>
          </p:cNvPr>
          <p:cNvSpPr>
            <a:spLocks noGrp="1"/>
          </p:cNvSpPr>
          <p:nvPr>
            <p:ph sz="quarter" idx="32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sv-SE">
                <a:cs typeface="Arial"/>
              </a:rPr>
              <a:t>Om du behöver en annan typ av mall så finns också i biblioteket mallar för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sv-SE">
                <a:cs typeface="Arial"/>
              </a:rPr>
              <a:t>Utbildningar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sv-SE">
                <a:cs typeface="Arial"/>
              </a:rPr>
              <a:t>Sändningar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sv-SE">
                <a:cs typeface="Arial"/>
              </a:rPr>
              <a:t>Mötesunderlag </a:t>
            </a:r>
          </a:p>
          <a:p>
            <a:endParaRPr lang="sv-SE">
              <a:cs typeface="Arial"/>
            </a:endParaRPr>
          </a:p>
          <a:p>
            <a:endParaRPr lang="sv-SE">
              <a:cs typeface="Arial"/>
            </a:endParaRPr>
          </a:p>
        </p:txBody>
      </p:sp>
      <p:sp>
        <p:nvSpPr>
          <p:cNvPr id="2" name="Platshållare för innehåll 1">
            <a:extLst>
              <a:ext uri="{FF2B5EF4-FFF2-40B4-BE49-F238E27FC236}">
                <a16:creationId xmlns:a16="http://schemas.microsoft.com/office/drawing/2014/main" id="{45284BE8-89A1-9B9C-1D08-F38EB35BBE47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sv-SE">
                <a:cs typeface="Arial"/>
              </a:rPr>
              <a:t>Använd denna mall när du ska hålla ett föredrag på exempelvis en konferens.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sv-SE">
                <a:cs typeface="Arial"/>
              </a:rPr>
              <a:t>Mallen är gjord för att hålla textmassorna nere och ger många alternativ för att infoga bilder och illustrationer.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sv-SE">
              <a:cs typeface="Arial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sv-SE">
              <a:cs typeface="Arial"/>
            </a:endParaRPr>
          </a:p>
        </p:txBody>
      </p:sp>
      <p:sp>
        <p:nvSpPr>
          <p:cNvPr id="5" name="Rubrik 4">
            <a:extLst>
              <a:ext uri="{FF2B5EF4-FFF2-40B4-BE49-F238E27FC236}">
                <a16:creationId xmlns:a16="http://schemas.microsoft.com/office/drawing/2014/main" id="{96FDA121-8318-F0DC-3BAC-FCB86CC3A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Mall för presentation</a:t>
            </a:r>
          </a:p>
        </p:txBody>
      </p:sp>
      <p:sp>
        <p:nvSpPr>
          <p:cNvPr id="6" name="textruta 5">
            <a:extLst>
              <a:ext uri="{FF2B5EF4-FFF2-40B4-BE49-F238E27FC236}">
                <a16:creationId xmlns:a16="http://schemas.microsoft.com/office/drawing/2014/main" id="{6B34A7F7-2789-2EE8-515A-6E9162D5D6B7}"/>
              </a:ext>
            </a:extLst>
          </p:cNvPr>
          <p:cNvSpPr txBox="1"/>
          <p:nvPr/>
        </p:nvSpPr>
        <p:spPr>
          <a:xfrm>
            <a:off x="6093826" y="5507422"/>
            <a:ext cx="5601892" cy="70788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sv-SE" sz="2000" dirty="0">
                <a:solidFill>
                  <a:srgbClr val="9A3324"/>
                </a:solidFill>
              </a:rPr>
              <a:t>Har du önskemål, förslag, förbättringar? Hör av dig! Se kontaktuppgifter på </a:t>
            </a:r>
            <a:r>
              <a:rPr lang="sv-SE" sz="2000" dirty="0">
                <a:solidFill>
                  <a:srgbClr val="9A3324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intranätet</a:t>
            </a:r>
            <a:r>
              <a:rPr lang="sv-SE" sz="2000" dirty="0">
                <a:solidFill>
                  <a:srgbClr val="9A3324"/>
                </a:solidFill>
              </a:rPr>
              <a:t>.</a:t>
            </a:r>
            <a:endParaRPr lang="sv-SE" dirty="0">
              <a:solidFill>
                <a:srgbClr val="9A332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4851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 1">
            <a:extLst>
              <a:ext uri="{FF2B5EF4-FFF2-40B4-BE49-F238E27FC236}">
                <a16:creationId xmlns:a16="http://schemas.microsoft.com/office/drawing/2014/main" id="{0C46B2FA-7EA0-6B3E-4E54-353B77F7531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B571CD2F-6DD7-F65C-EF3E-396C37FEC7F6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Rubrik 3">
            <a:extLst>
              <a:ext uri="{FF2B5EF4-FFF2-40B4-BE49-F238E27FC236}">
                <a16:creationId xmlns:a16="http://schemas.microsoft.com/office/drawing/2014/main" id="{485E104E-8503-918F-6DC8-8F80F6032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735444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innehåll 1">
            <a:extLst>
              <a:ext uri="{FF2B5EF4-FFF2-40B4-BE49-F238E27FC236}">
                <a16:creationId xmlns:a16="http://schemas.microsoft.com/office/drawing/2014/main" id="{EA83C470-1A15-7B4D-3F4C-6B3E3F3F4014}"/>
              </a:ext>
            </a:extLst>
          </p:cNvPr>
          <p:cNvSpPr>
            <a:spLocks noGrp="1"/>
          </p:cNvSpPr>
          <p:nvPr>
            <p:ph sz="quarter" idx="32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8B8F2A94-EB97-0E59-7746-E9296B86DC7D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Rubrik 3">
            <a:extLst>
              <a:ext uri="{FF2B5EF4-FFF2-40B4-BE49-F238E27FC236}">
                <a16:creationId xmlns:a16="http://schemas.microsoft.com/office/drawing/2014/main" id="{1A407E02-CF87-787D-C451-495CC1408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331120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tshållare för innehåll 5">
            <a:extLst>
              <a:ext uri="{FF2B5EF4-FFF2-40B4-BE49-F238E27FC236}">
                <a16:creationId xmlns:a16="http://schemas.microsoft.com/office/drawing/2014/main" id="{BF78139E-98AF-02F1-7778-5791745DA85E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Rubrik 4">
            <a:extLst>
              <a:ext uri="{FF2B5EF4-FFF2-40B4-BE49-F238E27FC236}">
                <a16:creationId xmlns:a16="http://schemas.microsoft.com/office/drawing/2014/main" id="{D69FC5BC-4573-8DB8-C69E-AD6853A52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4446998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tshållare för text 5">
            <a:extLst>
              <a:ext uri="{FF2B5EF4-FFF2-40B4-BE49-F238E27FC236}">
                <a16:creationId xmlns:a16="http://schemas.microsoft.com/office/drawing/2014/main" id="{0EE21176-E01B-0212-9A27-8BD696FC62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Rubrik 4">
            <a:extLst>
              <a:ext uri="{FF2B5EF4-FFF2-40B4-BE49-F238E27FC236}">
                <a16:creationId xmlns:a16="http://schemas.microsoft.com/office/drawing/2014/main" id="{395FE3DB-543D-E2AB-2D5D-7581F2A43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059723669"/>
      </p:ext>
    </p:extLst>
  </p:cSld>
  <p:clrMapOvr>
    <a:masterClrMapping/>
  </p:clrMapOvr>
</p:sld>
</file>

<file path=ppt/theme/theme1.xml><?xml version="1.0" encoding="utf-8"?>
<a:theme xmlns:a="http://schemas.openxmlformats.org/drawingml/2006/main" name="Rubrikbilder">
  <a:themeElements>
    <a:clrScheme name="SKR 2024">
      <a:dk1>
        <a:srgbClr val="262422"/>
      </a:dk1>
      <a:lt1>
        <a:srgbClr val="FFFFFF"/>
      </a:lt1>
      <a:dk2>
        <a:srgbClr val="9A3324"/>
      </a:dk2>
      <a:lt2>
        <a:srgbClr val="F7F2EB"/>
      </a:lt2>
      <a:accent1>
        <a:srgbClr val="FF7C5D"/>
      </a:accent1>
      <a:accent2>
        <a:srgbClr val="115E67"/>
      </a:accent2>
      <a:accent3>
        <a:srgbClr val="154F80"/>
      </a:accent3>
      <a:accent4>
        <a:srgbClr val="F0D7BF"/>
      </a:accent4>
      <a:accent5>
        <a:srgbClr val="FFCEC6"/>
      </a:accent5>
      <a:accent6>
        <a:srgbClr val="BDDBD2"/>
      </a:accent6>
      <a:hlink>
        <a:srgbClr val="115E67"/>
      </a:hlink>
      <a:folHlink>
        <a:srgbClr val="9A3324"/>
      </a:folHlink>
    </a:clrScheme>
    <a:fontScheme name="Arial black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2" id="{DE0D405F-EE2F-5A4D-85D5-F63F4B998D18}" vid="{03ABED7E-05EB-574B-8084-58FD892A5969}"/>
    </a:ext>
  </a:extLst>
</a:theme>
</file>

<file path=ppt/theme/theme2.xml><?xml version="1.0" encoding="utf-8"?>
<a:theme xmlns:a="http://schemas.openxmlformats.org/drawingml/2006/main" name="Text/text och innehåll">
  <a:themeElements>
    <a:clrScheme name="SKR 2024">
      <a:dk1>
        <a:srgbClr val="262422"/>
      </a:dk1>
      <a:lt1>
        <a:srgbClr val="FFFFFF"/>
      </a:lt1>
      <a:dk2>
        <a:srgbClr val="9A3324"/>
      </a:dk2>
      <a:lt2>
        <a:srgbClr val="F7F2EB"/>
      </a:lt2>
      <a:accent1>
        <a:srgbClr val="FF7C5D"/>
      </a:accent1>
      <a:accent2>
        <a:srgbClr val="115E67"/>
      </a:accent2>
      <a:accent3>
        <a:srgbClr val="154F80"/>
      </a:accent3>
      <a:accent4>
        <a:srgbClr val="F0D7BF"/>
      </a:accent4>
      <a:accent5>
        <a:srgbClr val="FFCEC6"/>
      </a:accent5>
      <a:accent6>
        <a:srgbClr val="BDDBD2"/>
      </a:accent6>
      <a:hlink>
        <a:srgbClr val="115E67"/>
      </a:hlink>
      <a:folHlink>
        <a:srgbClr val="9A3324"/>
      </a:folHlink>
    </a:clrScheme>
    <a:fontScheme name="Anpassat 1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2" id="{DE0D405F-EE2F-5A4D-85D5-F63F4B998D18}" vid="{21F4B0B1-032A-F04C-8830-3BDDA418C4A7}"/>
    </a:ext>
  </a:extLst>
</a:theme>
</file>

<file path=ppt/theme/theme3.xml><?xml version="1.0" encoding="utf-8"?>
<a:theme xmlns:a="http://schemas.openxmlformats.org/drawingml/2006/main" name="Text och bild">
  <a:themeElements>
    <a:clrScheme name="SKR_2024">
      <a:dk1>
        <a:srgbClr val="000000"/>
      </a:dk1>
      <a:lt1>
        <a:srgbClr val="FFFFFF"/>
      </a:lt1>
      <a:dk2>
        <a:srgbClr val="9A3324"/>
      </a:dk2>
      <a:lt2>
        <a:srgbClr val="F7F2EB"/>
      </a:lt2>
      <a:accent1>
        <a:srgbClr val="FF7C5D"/>
      </a:accent1>
      <a:accent2>
        <a:srgbClr val="115E67"/>
      </a:accent2>
      <a:accent3>
        <a:srgbClr val="154F80"/>
      </a:accent3>
      <a:accent4>
        <a:srgbClr val="F0D7BF"/>
      </a:accent4>
      <a:accent5>
        <a:srgbClr val="FFCEC6"/>
      </a:accent5>
      <a:accent6>
        <a:srgbClr val="BDDBD2"/>
      </a:accent6>
      <a:hlink>
        <a:srgbClr val="115E67"/>
      </a:hlink>
      <a:folHlink>
        <a:srgbClr val="9A3324"/>
      </a:folHlink>
    </a:clrScheme>
    <a:fontScheme name="Anpassat 1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2" id="{DE0D405F-EE2F-5A4D-85D5-F63F4B998D18}" vid="{BF44EBCE-8782-6D44-A0FA-51F9A40548A1}"/>
    </a:ext>
  </a:extLst>
</a:theme>
</file>

<file path=ppt/theme/theme4.xml><?xml version="1.0" encoding="utf-8"?>
<a:theme xmlns:a="http://schemas.openxmlformats.org/drawingml/2006/main" name="Bara rubrik">
  <a:themeElements>
    <a:clrScheme name="SKR 2024">
      <a:dk1>
        <a:srgbClr val="262422"/>
      </a:dk1>
      <a:lt1>
        <a:srgbClr val="FFFFFF"/>
      </a:lt1>
      <a:dk2>
        <a:srgbClr val="9A3324"/>
      </a:dk2>
      <a:lt2>
        <a:srgbClr val="F7F2EB"/>
      </a:lt2>
      <a:accent1>
        <a:srgbClr val="FF7C5D"/>
      </a:accent1>
      <a:accent2>
        <a:srgbClr val="115E67"/>
      </a:accent2>
      <a:accent3>
        <a:srgbClr val="154F80"/>
      </a:accent3>
      <a:accent4>
        <a:srgbClr val="F0D7BF"/>
      </a:accent4>
      <a:accent5>
        <a:srgbClr val="FFCEC6"/>
      </a:accent5>
      <a:accent6>
        <a:srgbClr val="BDDBD2"/>
      </a:accent6>
      <a:hlink>
        <a:srgbClr val="115E67"/>
      </a:hlink>
      <a:folHlink>
        <a:srgbClr val="9A3324"/>
      </a:folHlink>
    </a:clrScheme>
    <a:fontScheme name="Anpassat 1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2" id="{DE0D405F-EE2F-5A4D-85D5-F63F4B998D18}" vid="{F1AA1CB7-35A2-BE41-B107-3940343B9298}"/>
    </a:ext>
  </a:extLst>
</a:theme>
</file>

<file path=ppt/theme/theme5.xml><?xml version="1.0" encoding="utf-8"?>
<a:theme xmlns:a="http://schemas.openxmlformats.org/drawingml/2006/main" name="Diagram och tabeller">
  <a:themeElements>
    <a:clrScheme name="SKR_2024">
      <a:dk1>
        <a:srgbClr val="000000"/>
      </a:dk1>
      <a:lt1>
        <a:srgbClr val="FFFFFF"/>
      </a:lt1>
      <a:dk2>
        <a:srgbClr val="9A3324"/>
      </a:dk2>
      <a:lt2>
        <a:srgbClr val="F7F2EB"/>
      </a:lt2>
      <a:accent1>
        <a:srgbClr val="FF7C5D"/>
      </a:accent1>
      <a:accent2>
        <a:srgbClr val="115E67"/>
      </a:accent2>
      <a:accent3>
        <a:srgbClr val="154F80"/>
      </a:accent3>
      <a:accent4>
        <a:srgbClr val="F0D7BF"/>
      </a:accent4>
      <a:accent5>
        <a:srgbClr val="FFCEC6"/>
      </a:accent5>
      <a:accent6>
        <a:srgbClr val="BDDBD2"/>
      </a:accent6>
      <a:hlink>
        <a:srgbClr val="115E67"/>
      </a:hlink>
      <a:folHlink>
        <a:srgbClr val="9A3324"/>
      </a:folHlink>
    </a:clrScheme>
    <a:fontScheme name="Anpassat 1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2" id="{DE0D405F-EE2F-5A4D-85D5-F63F4B998D18}" vid="{CDE4C826-2DE9-3341-84A9-D3D08F668F71}"/>
    </a:ext>
  </a:extLst>
</a:theme>
</file>

<file path=ppt/theme/theme6.xml><?xml version="1.0" encoding="utf-8"?>
<a:theme xmlns:a="http://schemas.openxmlformats.org/drawingml/2006/main" name="Specialbilder">
  <a:themeElements>
    <a:clrScheme name="SKR_2024">
      <a:dk1>
        <a:srgbClr val="000000"/>
      </a:dk1>
      <a:lt1>
        <a:srgbClr val="FFFFFF"/>
      </a:lt1>
      <a:dk2>
        <a:srgbClr val="9A3324"/>
      </a:dk2>
      <a:lt2>
        <a:srgbClr val="F7F2EB"/>
      </a:lt2>
      <a:accent1>
        <a:srgbClr val="FF7C5D"/>
      </a:accent1>
      <a:accent2>
        <a:srgbClr val="115E67"/>
      </a:accent2>
      <a:accent3>
        <a:srgbClr val="154F80"/>
      </a:accent3>
      <a:accent4>
        <a:srgbClr val="F0D7BF"/>
      </a:accent4>
      <a:accent5>
        <a:srgbClr val="FFCEC6"/>
      </a:accent5>
      <a:accent6>
        <a:srgbClr val="BDDBD2"/>
      </a:accent6>
      <a:hlink>
        <a:srgbClr val="115E67"/>
      </a:hlink>
      <a:folHlink>
        <a:srgbClr val="9A3324"/>
      </a:folHlink>
    </a:clrScheme>
    <a:fontScheme name="Anpassat 1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2" id="{DE0D405F-EE2F-5A4D-85D5-F63F4B998D18}" vid="{465054CF-51C4-3848-B1B8-C1B431095DF5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A7BA1582E593841BBD1B0B2B78E6F5F" ma:contentTypeVersion="4" ma:contentTypeDescription="Create a new document." ma:contentTypeScope="" ma:versionID="6eb004fca1d015791320f9ec9cd22dfe">
  <xsd:schema xmlns:xsd="http://www.w3.org/2001/XMLSchema" xmlns:xs="http://www.w3.org/2001/XMLSchema" xmlns:p="http://schemas.microsoft.com/office/2006/metadata/properties" xmlns:ns2="af9b82fd-bfdc-4181-a204-e623554e49e7" targetNamespace="http://schemas.microsoft.com/office/2006/metadata/properties" ma:root="true" ma:fieldsID="5197778193b9c23280d49b8775aa0909" ns2:_="">
    <xsd:import namespace="af9b82fd-bfdc-4181-a204-e623554e49e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f9b82fd-bfdc-4181-a204-e623554e49e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29DF864-8C45-46B1-8BFA-4C07F235A8D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F42A088-ED96-4DDD-BEAA-94D6C9DCC96F}">
  <ds:schemaRefs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af9b82fd-bfdc-4181-a204-e623554e49e7"/>
    <ds:schemaRef ds:uri="http://schemas.microsoft.com/office/2006/metadata/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0DF30E93-7E4F-41EB-AF22-3E7180B7308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f9b82fd-bfdc-4181-a204-e623554e49e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1bedf1c5-bd0c-4dbf-abd6-7cd7c5ae5b40}" enabled="1" method="Standard" siteId="{7d4b8963-dacf-4722-a0a7-0d57c755f778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Mall för presentation_2026</Template>
  <TotalTime>1</TotalTime>
  <Words>71</Words>
  <Application>Microsoft Office PowerPoint</Application>
  <PresentationFormat>Bredbild</PresentationFormat>
  <Paragraphs>8</Paragraphs>
  <Slides>5</Slides>
  <Notes>0</Notes>
  <HiddenSlides>0</HiddenSlides>
  <MMClips>0</MMClips>
  <ScaleCrop>false</ScaleCrop>
  <HeadingPairs>
    <vt:vector size="6" baseType="variant">
      <vt:variant>
        <vt:lpstr>Använt teckensnitt</vt:lpstr>
      </vt:variant>
      <vt:variant>
        <vt:i4>2</vt:i4>
      </vt:variant>
      <vt:variant>
        <vt:lpstr>Tema</vt:lpstr>
      </vt:variant>
      <vt:variant>
        <vt:i4>6</vt:i4>
      </vt:variant>
      <vt:variant>
        <vt:lpstr>Bildrubriker</vt:lpstr>
      </vt:variant>
      <vt:variant>
        <vt:i4>5</vt:i4>
      </vt:variant>
    </vt:vector>
  </HeadingPairs>
  <TitlesOfParts>
    <vt:vector size="13" baseType="lpstr">
      <vt:lpstr>Arial</vt:lpstr>
      <vt:lpstr>Arial Black</vt:lpstr>
      <vt:lpstr>Rubrikbilder</vt:lpstr>
      <vt:lpstr>Text/text och innehåll</vt:lpstr>
      <vt:lpstr>Text och bild</vt:lpstr>
      <vt:lpstr>Bara rubrik</vt:lpstr>
      <vt:lpstr>Diagram och tabeller</vt:lpstr>
      <vt:lpstr>Specialbilder</vt:lpstr>
      <vt:lpstr>Mall för presentation</vt:lpstr>
      <vt:lpstr>PowerPoint-presentation</vt:lpstr>
      <vt:lpstr>PowerPoint-presentation</vt:lpstr>
      <vt:lpstr>PowerPoint-presentation</vt:lpstr>
      <vt:lpstr>PowerPoint-presentation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Peder Hofman-Bang</dc:creator>
  <cp:lastModifiedBy>Peder Hofman-Bang</cp:lastModifiedBy>
  <cp:revision>1</cp:revision>
  <dcterms:created xsi:type="dcterms:W3CDTF">2026-06-17T14:33:48Z</dcterms:created>
  <dcterms:modified xsi:type="dcterms:W3CDTF">2026-06-17T14:34:52Z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0x0101007A7BA1582E593841BBD1B0B2B78E6F5F</vt:lpwstr>
  </property>
</Properties>
</file>